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Lst>
  <p:sldSz cx="25603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D8EC"/>
    <a:srgbClr val="ACA8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939" autoAdjust="0"/>
    <p:restoredTop sz="96979" autoAdjust="0"/>
  </p:normalViewPr>
  <p:slideViewPr>
    <p:cSldViewPr snapToGrid="0">
      <p:cViewPr>
        <p:scale>
          <a:sx n="50" d="100"/>
          <a:sy n="50" d="100"/>
        </p:scale>
        <p:origin x="-6" y="-57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zabella Valero" userId="3412f74f-dd31-45a1-9f55-3413223a539e" providerId="ADAL" clId="{2DF5E582-5704-4C6E-AD12-ADFC64A98541}"/>
    <pc:docChg chg="undo custSel modSld">
      <pc:chgData name="Izabella Valero" userId="3412f74f-dd31-45a1-9f55-3413223a539e" providerId="ADAL" clId="{2DF5E582-5704-4C6E-AD12-ADFC64A98541}" dt="2025-02-10T06:23:20.621" v="2033" actId="1076"/>
      <pc:docMkLst>
        <pc:docMk/>
      </pc:docMkLst>
      <pc:sldChg chg="modSp mod">
        <pc:chgData name="Izabella Valero" userId="3412f74f-dd31-45a1-9f55-3413223a539e" providerId="ADAL" clId="{2DF5E582-5704-4C6E-AD12-ADFC64A98541}" dt="2025-02-10T06:23:20.621" v="2033" actId="1076"/>
        <pc:sldMkLst>
          <pc:docMk/>
          <pc:sldMk cId="349029201" sldId="256"/>
        </pc:sldMkLst>
        <pc:spChg chg="mod">
          <ac:chgData name="Izabella Valero" userId="3412f74f-dd31-45a1-9f55-3413223a539e" providerId="ADAL" clId="{2DF5E582-5704-4C6E-AD12-ADFC64A98541}" dt="2025-02-10T00:41:57.188" v="735" actId="20577"/>
          <ac:spMkLst>
            <pc:docMk/>
            <pc:sldMk cId="349029201" sldId="256"/>
            <ac:spMk id="5" creationId="{E45B8987-A5B8-EC3C-2A72-EBA2D78717FB}"/>
          </ac:spMkLst>
        </pc:spChg>
        <pc:spChg chg="mod">
          <ac:chgData name="Izabella Valero" userId="3412f74f-dd31-45a1-9f55-3413223a539e" providerId="ADAL" clId="{2DF5E582-5704-4C6E-AD12-ADFC64A98541}" dt="2025-02-10T06:22:10.579" v="2023" actId="1076"/>
          <ac:spMkLst>
            <pc:docMk/>
            <pc:sldMk cId="349029201" sldId="256"/>
            <ac:spMk id="8" creationId="{74FFF395-9509-164A-FB86-47566754B23E}"/>
          </ac:spMkLst>
        </pc:spChg>
        <pc:spChg chg="mod">
          <ac:chgData name="Izabella Valero" userId="3412f74f-dd31-45a1-9f55-3413223a539e" providerId="ADAL" clId="{2DF5E582-5704-4C6E-AD12-ADFC64A98541}" dt="2025-02-10T06:22:52.748" v="2029" actId="1076"/>
          <ac:spMkLst>
            <pc:docMk/>
            <pc:sldMk cId="349029201" sldId="256"/>
            <ac:spMk id="12" creationId="{A5C2EF52-757C-905A-7255-A4F6B793BFC9}"/>
          </ac:spMkLst>
        </pc:spChg>
        <pc:spChg chg="mod">
          <ac:chgData name="Izabella Valero" userId="3412f74f-dd31-45a1-9f55-3413223a539e" providerId="ADAL" clId="{2DF5E582-5704-4C6E-AD12-ADFC64A98541}" dt="2025-02-10T06:23:06.358" v="2031" actId="1076"/>
          <ac:spMkLst>
            <pc:docMk/>
            <pc:sldMk cId="349029201" sldId="256"/>
            <ac:spMk id="13" creationId="{9C247D5F-9264-7729-31FF-3376C98CC7D5}"/>
          </ac:spMkLst>
        </pc:spChg>
        <pc:spChg chg="mod">
          <ac:chgData name="Izabella Valero" userId="3412f74f-dd31-45a1-9f55-3413223a539e" providerId="ADAL" clId="{2DF5E582-5704-4C6E-AD12-ADFC64A98541}" dt="2025-02-10T06:09:50.649" v="1443" actId="1076"/>
          <ac:spMkLst>
            <pc:docMk/>
            <pc:sldMk cId="349029201" sldId="256"/>
            <ac:spMk id="15" creationId="{28E6D701-CF42-7BCA-0C0D-2D0CE101495C}"/>
          </ac:spMkLst>
        </pc:spChg>
        <pc:spChg chg="mod">
          <ac:chgData name="Izabella Valero" userId="3412f74f-dd31-45a1-9f55-3413223a539e" providerId="ADAL" clId="{2DF5E582-5704-4C6E-AD12-ADFC64A98541}" dt="2025-02-10T06:08:39.958" v="1440" actId="1076"/>
          <ac:spMkLst>
            <pc:docMk/>
            <pc:sldMk cId="349029201" sldId="256"/>
            <ac:spMk id="18" creationId="{3FB5D4A8-0A23-EECD-8A20-EDDFD0D39B30}"/>
          </ac:spMkLst>
        </pc:spChg>
        <pc:spChg chg="mod">
          <ac:chgData name="Izabella Valero" userId="3412f74f-dd31-45a1-9f55-3413223a539e" providerId="ADAL" clId="{2DF5E582-5704-4C6E-AD12-ADFC64A98541}" dt="2025-02-09T22:36:29.983" v="94" actId="20577"/>
          <ac:spMkLst>
            <pc:docMk/>
            <pc:sldMk cId="349029201" sldId="256"/>
            <ac:spMk id="20" creationId="{016CFA2A-453D-FD0D-A476-75EF338EC614}"/>
          </ac:spMkLst>
        </pc:spChg>
        <pc:spChg chg="mod">
          <ac:chgData name="Izabella Valero" userId="3412f74f-dd31-45a1-9f55-3413223a539e" providerId="ADAL" clId="{2DF5E582-5704-4C6E-AD12-ADFC64A98541}" dt="2025-02-10T06:05:34.649" v="1426" actId="1076"/>
          <ac:spMkLst>
            <pc:docMk/>
            <pc:sldMk cId="349029201" sldId="256"/>
            <ac:spMk id="22" creationId="{2E0C1928-8342-9FDD-B027-36280498FCD3}"/>
          </ac:spMkLst>
        </pc:spChg>
        <pc:spChg chg="mod">
          <ac:chgData name="Izabella Valero" userId="3412f74f-dd31-45a1-9f55-3413223a539e" providerId="ADAL" clId="{2DF5E582-5704-4C6E-AD12-ADFC64A98541}" dt="2025-02-10T06:17:41.092" v="1704" actId="20577"/>
          <ac:spMkLst>
            <pc:docMk/>
            <pc:sldMk cId="349029201" sldId="256"/>
            <ac:spMk id="23" creationId="{2434BB2E-17EE-6979-4E49-9BCDCD77D68D}"/>
          </ac:spMkLst>
        </pc:spChg>
        <pc:spChg chg="mod">
          <ac:chgData name="Izabella Valero" userId="3412f74f-dd31-45a1-9f55-3413223a539e" providerId="ADAL" clId="{2DF5E582-5704-4C6E-AD12-ADFC64A98541}" dt="2025-02-10T06:07:02.998" v="1434" actId="1076"/>
          <ac:spMkLst>
            <pc:docMk/>
            <pc:sldMk cId="349029201" sldId="256"/>
            <ac:spMk id="24" creationId="{2EF1C75C-6341-D0BE-A4AD-48335FB7DFF0}"/>
          </ac:spMkLst>
        </pc:spChg>
        <pc:spChg chg="mod">
          <ac:chgData name="Izabella Valero" userId="3412f74f-dd31-45a1-9f55-3413223a539e" providerId="ADAL" clId="{2DF5E582-5704-4C6E-AD12-ADFC64A98541}" dt="2025-02-10T06:22:21.035" v="2024" actId="1076"/>
          <ac:spMkLst>
            <pc:docMk/>
            <pc:sldMk cId="349029201" sldId="256"/>
            <ac:spMk id="25" creationId="{9EE0D7CD-52A2-8FFF-8EDD-59EFB8C37F54}"/>
          </ac:spMkLst>
        </pc:spChg>
        <pc:spChg chg="mod">
          <ac:chgData name="Izabella Valero" userId="3412f74f-dd31-45a1-9f55-3413223a539e" providerId="ADAL" clId="{2DF5E582-5704-4C6E-AD12-ADFC64A98541}" dt="2025-02-10T06:11:08.190" v="1446" actId="1076"/>
          <ac:spMkLst>
            <pc:docMk/>
            <pc:sldMk cId="349029201" sldId="256"/>
            <ac:spMk id="27" creationId="{2AC3E8F6-5A9A-55B0-D445-BD15FF323166}"/>
          </ac:spMkLst>
        </pc:spChg>
        <pc:spChg chg="mod">
          <ac:chgData name="Izabella Valero" userId="3412f74f-dd31-45a1-9f55-3413223a539e" providerId="ADAL" clId="{2DF5E582-5704-4C6E-AD12-ADFC64A98541}" dt="2025-02-10T06:23:20.621" v="2033" actId="1076"/>
          <ac:spMkLst>
            <pc:docMk/>
            <pc:sldMk cId="349029201" sldId="256"/>
            <ac:spMk id="29" creationId="{F9A492FE-94BB-B4C7-79F4-155D2075A991}"/>
          </ac:spMkLst>
        </pc:spChg>
        <pc:spChg chg="mod">
          <ac:chgData name="Izabella Valero" userId="3412f74f-dd31-45a1-9f55-3413223a539e" providerId="ADAL" clId="{2DF5E582-5704-4C6E-AD12-ADFC64A98541}" dt="2025-02-10T06:05:25.941" v="1425" actId="1076"/>
          <ac:spMkLst>
            <pc:docMk/>
            <pc:sldMk cId="349029201" sldId="256"/>
            <ac:spMk id="31" creationId="{9E47B15B-0F25-A13E-EFD4-2176DE26264F}"/>
          </ac:spMkLst>
        </pc:spChg>
        <pc:spChg chg="mod">
          <ac:chgData name="Izabella Valero" userId="3412f74f-dd31-45a1-9f55-3413223a539e" providerId="ADAL" clId="{2DF5E582-5704-4C6E-AD12-ADFC64A98541}" dt="2025-02-10T06:10:04.436" v="1445" actId="1076"/>
          <ac:spMkLst>
            <pc:docMk/>
            <pc:sldMk cId="349029201" sldId="256"/>
            <ac:spMk id="32" creationId="{51E8F3F6-5D3E-6A18-BD59-301F7C363D73}"/>
          </ac:spMkLst>
        </pc:spChg>
        <pc:spChg chg="mod">
          <ac:chgData name="Izabella Valero" userId="3412f74f-dd31-45a1-9f55-3413223a539e" providerId="ADAL" clId="{2DF5E582-5704-4C6E-AD12-ADFC64A98541}" dt="2025-02-10T06:23:01.779" v="2030" actId="1076"/>
          <ac:spMkLst>
            <pc:docMk/>
            <pc:sldMk cId="349029201" sldId="256"/>
            <ac:spMk id="33" creationId="{7A8A8E97-5411-919D-781C-F9FD8E1AAB76}"/>
          </ac:spMkLst>
        </pc:spChg>
        <pc:spChg chg="mod">
          <ac:chgData name="Izabella Valero" userId="3412f74f-dd31-45a1-9f55-3413223a539e" providerId="ADAL" clId="{2DF5E582-5704-4C6E-AD12-ADFC64A98541}" dt="2025-02-10T06:23:11.057" v="2032" actId="1076"/>
          <ac:spMkLst>
            <pc:docMk/>
            <pc:sldMk cId="349029201" sldId="256"/>
            <ac:spMk id="34" creationId="{1FCA6FB8-2343-3203-ABAD-8D584E15AA36}"/>
          </ac:spMkLst>
        </pc:spChg>
        <pc:spChg chg="mod">
          <ac:chgData name="Izabella Valero" userId="3412f74f-dd31-45a1-9f55-3413223a539e" providerId="ADAL" clId="{2DF5E582-5704-4C6E-AD12-ADFC64A98541}" dt="2025-02-10T06:17:07.209" v="1689" actId="1076"/>
          <ac:spMkLst>
            <pc:docMk/>
            <pc:sldMk cId="349029201" sldId="256"/>
            <ac:spMk id="37" creationId="{CE520C13-8CAF-0826-F611-60AE8B73CF56}"/>
          </ac:spMkLst>
        </pc:spChg>
        <pc:picChg chg="mod">
          <ac:chgData name="Izabella Valero" userId="3412f74f-dd31-45a1-9f55-3413223a539e" providerId="ADAL" clId="{2DF5E582-5704-4C6E-AD12-ADFC64A98541}" dt="2025-02-10T06:22:04.470" v="2022" actId="1076"/>
          <ac:picMkLst>
            <pc:docMk/>
            <pc:sldMk cId="349029201" sldId="256"/>
            <ac:picMk id="3" creationId="{B8B051AA-0B7F-1580-8202-FE074F2C2150}"/>
          </ac:picMkLst>
        </pc:picChg>
        <pc:picChg chg="mod">
          <ac:chgData name="Izabella Valero" userId="3412f74f-dd31-45a1-9f55-3413223a539e" providerId="ADAL" clId="{2DF5E582-5704-4C6E-AD12-ADFC64A98541}" dt="2025-02-10T06:08:50.943" v="1441" actId="1076"/>
          <ac:picMkLst>
            <pc:docMk/>
            <pc:sldMk cId="349029201" sldId="256"/>
            <ac:picMk id="10" creationId="{B1931DED-F197-AC62-1B91-49265E17300B}"/>
          </ac:picMkLst>
        </pc:picChg>
        <pc:picChg chg="mod">
          <ac:chgData name="Izabella Valero" userId="3412f74f-dd31-45a1-9f55-3413223a539e" providerId="ADAL" clId="{2DF5E582-5704-4C6E-AD12-ADFC64A98541}" dt="2025-02-10T06:09:37.455" v="1442" actId="1076"/>
          <ac:picMkLst>
            <pc:docMk/>
            <pc:sldMk cId="349029201" sldId="256"/>
            <ac:picMk id="11" creationId="{BB881A92-3EA5-E9D2-F5D6-A24AA8B2D885}"/>
          </ac:picMkLst>
        </pc:picChg>
        <pc:picChg chg="mod">
          <ac:chgData name="Izabella Valero" userId="3412f74f-dd31-45a1-9f55-3413223a539e" providerId="ADAL" clId="{2DF5E582-5704-4C6E-AD12-ADFC64A98541}" dt="2025-02-10T06:17:12.743" v="1690" actId="1076"/>
          <ac:picMkLst>
            <pc:docMk/>
            <pc:sldMk cId="349029201" sldId="256"/>
            <ac:picMk id="26" creationId="{B0D6BC38-27AE-8E9B-0884-ACB9C5105115}"/>
          </ac:picMkLst>
        </pc:picChg>
        <pc:picChg chg="mod">
          <ac:chgData name="Izabella Valero" userId="3412f74f-dd31-45a1-9f55-3413223a539e" providerId="ADAL" clId="{2DF5E582-5704-4C6E-AD12-ADFC64A98541}" dt="2025-02-10T06:16:59.848" v="1688" actId="1076"/>
          <ac:picMkLst>
            <pc:docMk/>
            <pc:sldMk cId="349029201" sldId="256"/>
            <ac:picMk id="28" creationId="{7C589BB1-1C86-59E3-641B-BC979D5ED347}"/>
          </ac:picMkLst>
        </pc:picChg>
      </pc:sldChg>
    </pc:docChg>
  </pc:docChgLst>
  <pc:docChgLst>
    <pc:chgData name="Izabella Valero" userId="3412f74f-dd31-45a1-9f55-3413223a539e" providerId="ADAL" clId="{421E257D-3C27-451C-8C5D-9E07405D9EE5}"/>
    <pc:docChg chg="custSel modSld">
      <pc:chgData name="Izabella Valero" userId="3412f74f-dd31-45a1-9f55-3413223a539e" providerId="ADAL" clId="{421E257D-3C27-451C-8C5D-9E07405D9EE5}" dt="2024-11-19T21:25:20.032" v="2" actId="1076"/>
      <pc:docMkLst>
        <pc:docMk/>
      </pc:docMkLst>
      <pc:sldChg chg="delSp modSp mod">
        <pc:chgData name="Izabella Valero" userId="3412f74f-dd31-45a1-9f55-3413223a539e" providerId="ADAL" clId="{421E257D-3C27-451C-8C5D-9E07405D9EE5}" dt="2024-11-19T21:25:20.032" v="2" actId="1076"/>
        <pc:sldMkLst>
          <pc:docMk/>
          <pc:sldMk cId="349029201" sldId="256"/>
        </pc:sldMkLst>
        <pc:picChg chg="mod">
          <ac:chgData name="Izabella Valero" userId="3412f74f-dd31-45a1-9f55-3413223a539e" providerId="ADAL" clId="{421E257D-3C27-451C-8C5D-9E07405D9EE5}" dt="2024-11-19T21:25:20.032" v="2" actId="1076"/>
          <ac:picMkLst>
            <pc:docMk/>
            <pc:sldMk cId="349029201" sldId="256"/>
            <ac:picMk id="9" creationId="{75031C41-1060-CC7C-A719-046A912E9D15}"/>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20240" y="5387342"/>
            <a:ext cx="21762720" cy="11460480"/>
          </a:xfrm>
        </p:spPr>
        <p:txBody>
          <a:bodyPr anchor="b"/>
          <a:lstStyle>
            <a:lvl1pPr algn="ctr">
              <a:defRPr sz="16800"/>
            </a:lvl1pPr>
          </a:lstStyle>
          <a:p>
            <a:r>
              <a:rPr lang="en-US"/>
              <a:t>Click to edit Master title style</a:t>
            </a:r>
            <a:endParaRPr lang="en-US" dirty="0"/>
          </a:p>
        </p:txBody>
      </p:sp>
      <p:sp>
        <p:nvSpPr>
          <p:cNvPr id="3" name="Subtitle 2"/>
          <p:cNvSpPr>
            <a:spLocks noGrp="1"/>
          </p:cNvSpPr>
          <p:nvPr>
            <p:ph type="subTitle" idx="1"/>
          </p:nvPr>
        </p:nvSpPr>
        <p:spPr>
          <a:xfrm>
            <a:off x="3200400" y="17289782"/>
            <a:ext cx="19202400" cy="7947658"/>
          </a:xfrm>
        </p:spPr>
        <p:txBody>
          <a:bodyPr/>
          <a:lstStyle>
            <a:lvl1pPr marL="0" indent="0" algn="ctr">
              <a:buNone/>
              <a:defRPr sz="6720"/>
            </a:lvl1pPr>
            <a:lvl2pPr marL="1280160" indent="0" algn="ctr">
              <a:buNone/>
              <a:defRPr sz="5600"/>
            </a:lvl2pPr>
            <a:lvl3pPr marL="2560320" indent="0" algn="ctr">
              <a:buNone/>
              <a:defRPr sz="5040"/>
            </a:lvl3pPr>
            <a:lvl4pPr marL="3840480" indent="0" algn="ctr">
              <a:buNone/>
              <a:defRPr sz="4480"/>
            </a:lvl4pPr>
            <a:lvl5pPr marL="5120640" indent="0" algn="ctr">
              <a:buNone/>
              <a:defRPr sz="4480"/>
            </a:lvl5pPr>
            <a:lvl6pPr marL="6400800" indent="0" algn="ctr">
              <a:buNone/>
              <a:defRPr sz="4480"/>
            </a:lvl6pPr>
            <a:lvl7pPr marL="7680960" indent="0" algn="ctr">
              <a:buNone/>
              <a:defRPr sz="4480"/>
            </a:lvl7pPr>
            <a:lvl8pPr marL="8961120" indent="0" algn="ctr">
              <a:buNone/>
              <a:defRPr sz="4480"/>
            </a:lvl8pPr>
            <a:lvl9pPr marL="10241280" indent="0" algn="ctr">
              <a:buNone/>
              <a:defRPr sz="44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C1B6F5E-73A2-4E93-BF90-9200F67021BD}" type="datetimeFigureOut">
              <a:rPr lang="en-US" smtClean="0"/>
              <a:t>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B1C7B6-6077-49DE-989D-2C51A3F5C5D9}" type="slidenum">
              <a:rPr lang="en-US" smtClean="0"/>
              <a:t>‹#›</a:t>
            </a:fld>
            <a:endParaRPr lang="en-US"/>
          </a:p>
        </p:txBody>
      </p:sp>
    </p:spTree>
    <p:extLst>
      <p:ext uri="{BB962C8B-B14F-4D97-AF65-F5344CB8AC3E}">
        <p14:creationId xmlns:p14="http://schemas.microsoft.com/office/powerpoint/2010/main" val="32101272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1B6F5E-73A2-4E93-BF90-9200F67021BD}" type="datetimeFigureOut">
              <a:rPr lang="en-US" smtClean="0"/>
              <a:t>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B1C7B6-6077-49DE-989D-2C51A3F5C5D9}" type="slidenum">
              <a:rPr lang="en-US" smtClean="0"/>
              <a:t>‹#›</a:t>
            </a:fld>
            <a:endParaRPr lang="en-US"/>
          </a:p>
        </p:txBody>
      </p:sp>
    </p:spTree>
    <p:extLst>
      <p:ext uri="{BB962C8B-B14F-4D97-AF65-F5344CB8AC3E}">
        <p14:creationId xmlns:p14="http://schemas.microsoft.com/office/powerpoint/2010/main" val="31188769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46886" y="8206749"/>
            <a:ext cx="22082760" cy="13693138"/>
          </a:xfrm>
        </p:spPr>
        <p:txBody>
          <a:bodyPr anchor="b"/>
          <a:lstStyle>
            <a:lvl1pPr>
              <a:defRPr sz="16800"/>
            </a:lvl1pPr>
          </a:lstStyle>
          <a:p>
            <a:r>
              <a:rPr lang="en-US"/>
              <a:t>Click to edit Master title style</a:t>
            </a:r>
            <a:endParaRPr lang="en-US" dirty="0"/>
          </a:p>
        </p:txBody>
      </p:sp>
      <p:sp>
        <p:nvSpPr>
          <p:cNvPr id="3" name="Text Placeholder 2"/>
          <p:cNvSpPr>
            <a:spLocks noGrp="1"/>
          </p:cNvSpPr>
          <p:nvPr>
            <p:ph type="body" idx="1"/>
          </p:nvPr>
        </p:nvSpPr>
        <p:spPr>
          <a:xfrm>
            <a:off x="1746886" y="22029429"/>
            <a:ext cx="22082760" cy="7200898"/>
          </a:xfrm>
        </p:spPr>
        <p:txBody>
          <a:bodyPr/>
          <a:lstStyle>
            <a:lvl1pPr marL="0" indent="0">
              <a:buNone/>
              <a:defRPr sz="6720">
                <a:solidFill>
                  <a:schemeClr val="tx1"/>
                </a:solidFill>
              </a:defRPr>
            </a:lvl1pPr>
            <a:lvl2pPr marL="1280160" indent="0">
              <a:buNone/>
              <a:defRPr sz="5600">
                <a:solidFill>
                  <a:schemeClr val="tx1">
                    <a:tint val="75000"/>
                  </a:schemeClr>
                </a:solidFill>
              </a:defRPr>
            </a:lvl2pPr>
            <a:lvl3pPr marL="2560320" indent="0">
              <a:buNone/>
              <a:defRPr sz="5040">
                <a:solidFill>
                  <a:schemeClr val="tx1">
                    <a:tint val="75000"/>
                  </a:schemeClr>
                </a:solidFill>
              </a:defRPr>
            </a:lvl3pPr>
            <a:lvl4pPr marL="3840480" indent="0">
              <a:buNone/>
              <a:defRPr sz="4480">
                <a:solidFill>
                  <a:schemeClr val="tx1">
                    <a:tint val="75000"/>
                  </a:schemeClr>
                </a:solidFill>
              </a:defRPr>
            </a:lvl4pPr>
            <a:lvl5pPr marL="5120640" indent="0">
              <a:buNone/>
              <a:defRPr sz="4480">
                <a:solidFill>
                  <a:schemeClr val="tx1">
                    <a:tint val="75000"/>
                  </a:schemeClr>
                </a:solidFill>
              </a:defRPr>
            </a:lvl5pPr>
            <a:lvl6pPr marL="6400800" indent="0">
              <a:buNone/>
              <a:defRPr sz="4480">
                <a:solidFill>
                  <a:schemeClr val="tx1">
                    <a:tint val="75000"/>
                  </a:schemeClr>
                </a:solidFill>
              </a:defRPr>
            </a:lvl6pPr>
            <a:lvl7pPr marL="7680960" indent="0">
              <a:buNone/>
              <a:defRPr sz="4480">
                <a:solidFill>
                  <a:schemeClr val="tx1">
                    <a:tint val="75000"/>
                  </a:schemeClr>
                </a:solidFill>
              </a:defRPr>
            </a:lvl7pPr>
            <a:lvl8pPr marL="8961120" indent="0">
              <a:buNone/>
              <a:defRPr sz="4480">
                <a:solidFill>
                  <a:schemeClr val="tx1">
                    <a:tint val="75000"/>
                  </a:schemeClr>
                </a:solidFill>
              </a:defRPr>
            </a:lvl8pPr>
            <a:lvl9pPr marL="10241280" indent="0">
              <a:buNone/>
              <a:defRPr sz="44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1B6F5E-73A2-4E93-BF90-9200F67021BD}" type="datetimeFigureOut">
              <a:rPr lang="en-US" smtClean="0"/>
              <a:t>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B1C7B6-6077-49DE-989D-2C51A3F5C5D9}" type="slidenum">
              <a:rPr lang="en-US" smtClean="0"/>
              <a:t>‹#›</a:t>
            </a:fld>
            <a:endParaRPr lang="en-US"/>
          </a:p>
        </p:txBody>
      </p:sp>
    </p:spTree>
    <p:extLst>
      <p:ext uri="{BB962C8B-B14F-4D97-AF65-F5344CB8AC3E}">
        <p14:creationId xmlns:p14="http://schemas.microsoft.com/office/powerpoint/2010/main" val="31327218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760220" y="8763000"/>
            <a:ext cx="108813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2961620" y="8763000"/>
            <a:ext cx="108813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1B6F5E-73A2-4E93-BF90-9200F67021BD}" type="datetimeFigureOut">
              <a:rPr lang="en-US" smtClean="0"/>
              <a:t>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B1C7B6-6077-49DE-989D-2C51A3F5C5D9}" type="slidenum">
              <a:rPr lang="en-US" smtClean="0"/>
              <a:t>‹#›</a:t>
            </a:fld>
            <a:endParaRPr lang="en-US"/>
          </a:p>
        </p:txBody>
      </p:sp>
    </p:spTree>
    <p:extLst>
      <p:ext uri="{BB962C8B-B14F-4D97-AF65-F5344CB8AC3E}">
        <p14:creationId xmlns:p14="http://schemas.microsoft.com/office/powerpoint/2010/main" val="17772826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763555" y="1752607"/>
            <a:ext cx="2208276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1763558" y="8069582"/>
            <a:ext cx="10831352" cy="3954778"/>
          </a:xfrm>
        </p:spPr>
        <p:txBody>
          <a:bodyPr anchor="b"/>
          <a:lstStyle>
            <a:lvl1pPr marL="0" indent="0">
              <a:buNone/>
              <a:defRPr sz="6720" b="1"/>
            </a:lvl1pPr>
            <a:lvl2pPr marL="1280160" indent="0">
              <a:buNone/>
              <a:defRPr sz="5600" b="1"/>
            </a:lvl2pPr>
            <a:lvl3pPr marL="2560320" indent="0">
              <a:buNone/>
              <a:defRPr sz="5040" b="1"/>
            </a:lvl3pPr>
            <a:lvl4pPr marL="3840480" indent="0">
              <a:buNone/>
              <a:defRPr sz="4480" b="1"/>
            </a:lvl4pPr>
            <a:lvl5pPr marL="5120640" indent="0">
              <a:buNone/>
              <a:defRPr sz="4480" b="1"/>
            </a:lvl5pPr>
            <a:lvl6pPr marL="6400800" indent="0">
              <a:buNone/>
              <a:defRPr sz="4480" b="1"/>
            </a:lvl6pPr>
            <a:lvl7pPr marL="7680960" indent="0">
              <a:buNone/>
              <a:defRPr sz="4480" b="1"/>
            </a:lvl7pPr>
            <a:lvl8pPr marL="8961120" indent="0">
              <a:buNone/>
              <a:defRPr sz="4480" b="1"/>
            </a:lvl8pPr>
            <a:lvl9pPr marL="10241280" indent="0">
              <a:buNone/>
              <a:defRPr sz="4480" b="1"/>
            </a:lvl9pPr>
          </a:lstStyle>
          <a:p>
            <a:pPr lvl="0"/>
            <a:r>
              <a:rPr lang="en-US"/>
              <a:t>Click to edit Master text styles</a:t>
            </a:r>
          </a:p>
        </p:txBody>
      </p:sp>
      <p:sp>
        <p:nvSpPr>
          <p:cNvPr id="4" name="Content Placeholder 3"/>
          <p:cNvSpPr>
            <a:spLocks noGrp="1"/>
          </p:cNvSpPr>
          <p:nvPr>
            <p:ph sz="half" idx="2"/>
          </p:nvPr>
        </p:nvSpPr>
        <p:spPr>
          <a:xfrm>
            <a:off x="1763558" y="12024360"/>
            <a:ext cx="10831352"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2961621" y="8069582"/>
            <a:ext cx="10884695" cy="3954778"/>
          </a:xfrm>
        </p:spPr>
        <p:txBody>
          <a:bodyPr anchor="b"/>
          <a:lstStyle>
            <a:lvl1pPr marL="0" indent="0">
              <a:buNone/>
              <a:defRPr sz="6720" b="1"/>
            </a:lvl1pPr>
            <a:lvl2pPr marL="1280160" indent="0">
              <a:buNone/>
              <a:defRPr sz="5600" b="1"/>
            </a:lvl2pPr>
            <a:lvl3pPr marL="2560320" indent="0">
              <a:buNone/>
              <a:defRPr sz="5040" b="1"/>
            </a:lvl3pPr>
            <a:lvl4pPr marL="3840480" indent="0">
              <a:buNone/>
              <a:defRPr sz="4480" b="1"/>
            </a:lvl4pPr>
            <a:lvl5pPr marL="5120640" indent="0">
              <a:buNone/>
              <a:defRPr sz="4480" b="1"/>
            </a:lvl5pPr>
            <a:lvl6pPr marL="6400800" indent="0">
              <a:buNone/>
              <a:defRPr sz="4480" b="1"/>
            </a:lvl6pPr>
            <a:lvl7pPr marL="7680960" indent="0">
              <a:buNone/>
              <a:defRPr sz="4480" b="1"/>
            </a:lvl7pPr>
            <a:lvl8pPr marL="8961120" indent="0">
              <a:buNone/>
              <a:defRPr sz="4480" b="1"/>
            </a:lvl8pPr>
            <a:lvl9pPr marL="10241280" indent="0">
              <a:buNone/>
              <a:defRPr sz="4480" b="1"/>
            </a:lvl9pPr>
          </a:lstStyle>
          <a:p>
            <a:pPr lvl="0"/>
            <a:r>
              <a:rPr lang="en-US"/>
              <a:t>Click to edit Master text styles</a:t>
            </a:r>
          </a:p>
        </p:txBody>
      </p:sp>
      <p:sp>
        <p:nvSpPr>
          <p:cNvPr id="6" name="Content Placeholder 5"/>
          <p:cNvSpPr>
            <a:spLocks noGrp="1"/>
          </p:cNvSpPr>
          <p:nvPr>
            <p:ph sz="quarter" idx="4"/>
          </p:nvPr>
        </p:nvSpPr>
        <p:spPr>
          <a:xfrm>
            <a:off x="12961621" y="12024360"/>
            <a:ext cx="10884695"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C1B6F5E-73A2-4E93-BF90-9200F67021BD}" type="datetimeFigureOut">
              <a:rPr lang="en-US" smtClean="0"/>
              <a:t>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1B1C7B6-6077-49DE-989D-2C51A3F5C5D9}" type="slidenum">
              <a:rPr lang="en-US" smtClean="0"/>
              <a:t>‹#›</a:t>
            </a:fld>
            <a:endParaRPr lang="en-US"/>
          </a:p>
        </p:txBody>
      </p:sp>
    </p:spTree>
    <p:extLst>
      <p:ext uri="{BB962C8B-B14F-4D97-AF65-F5344CB8AC3E}">
        <p14:creationId xmlns:p14="http://schemas.microsoft.com/office/powerpoint/2010/main" val="2872375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1B6F5E-73A2-4E93-BF90-9200F67021BD}" type="datetimeFigureOut">
              <a:rPr lang="en-US" smtClean="0"/>
              <a:t>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1B1C7B6-6077-49DE-989D-2C51A3F5C5D9}" type="slidenum">
              <a:rPr lang="en-US" smtClean="0"/>
              <a:t>‹#›</a:t>
            </a:fld>
            <a:endParaRPr lang="en-US"/>
          </a:p>
        </p:txBody>
      </p:sp>
    </p:spTree>
    <p:extLst>
      <p:ext uri="{BB962C8B-B14F-4D97-AF65-F5344CB8AC3E}">
        <p14:creationId xmlns:p14="http://schemas.microsoft.com/office/powerpoint/2010/main" val="19034684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1B6F5E-73A2-4E93-BF90-9200F67021BD}" type="datetimeFigureOut">
              <a:rPr lang="en-US" smtClean="0"/>
              <a:t>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1B1C7B6-6077-49DE-989D-2C51A3F5C5D9}" type="slidenum">
              <a:rPr lang="en-US" smtClean="0"/>
              <a:t>‹#›</a:t>
            </a:fld>
            <a:endParaRPr lang="en-US"/>
          </a:p>
        </p:txBody>
      </p:sp>
    </p:spTree>
    <p:extLst>
      <p:ext uri="{BB962C8B-B14F-4D97-AF65-F5344CB8AC3E}">
        <p14:creationId xmlns:p14="http://schemas.microsoft.com/office/powerpoint/2010/main" val="2587232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63555" y="2194560"/>
            <a:ext cx="8257698" cy="7680960"/>
          </a:xfrm>
        </p:spPr>
        <p:txBody>
          <a:bodyPr anchor="b"/>
          <a:lstStyle>
            <a:lvl1pPr>
              <a:defRPr sz="8960"/>
            </a:lvl1pPr>
          </a:lstStyle>
          <a:p>
            <a:r>
              <a:rPr lang="en-US"/>
              <a:t>Click to edit Master title style</a:t>
            </a:r>
            <a:endParaRPr lang="en-US" dirty="0"/>
          </a:p>
        </p:txBody>
      </p:sp>
      <p:sp>
        <p:nvSpPr>
          <p:cNvPr id="3" name="Content Placeholder 2"/>
          <p:cNvSpPr>
            <a:spLocks noGrp="1"/>
          </p:cNvSpPr>
          <p:nvPr>
            <p:ph idx="1"/>
          </p:nvPr>
        </p:nvSpPr>
        <p:spPr>
          <a:xfrm>
            <a:off x="10884695" y="4739647"/>
            <a:ext cx="12961620" cy="23393400"/>
          </a:xfrm>
        </p:spPr>
        <p:txBody>
          <a:bodyPr/>
          <a:lstStyle>
            <a:lvl1pPr>
              <a:defRPr sz="8960"/>
            </a:lvl1pPr>
            <a:lvl2pPr>
              <a:defRPr sz="7840"/>
            </a:lvl2pPr>
            <a:lvl3pPr>
              <a:defRPr sz="6720"/>
            </a:lvl3pPr>
            <a:lvl4pPr>
              <a:defRPr sz="5600"/>
            </a:lvl4pPr>
            <a:lvl5pPr>
              <a:defRPr sz="5600"/>
            </a:lvl5pPr>
            <a:lvl6pPr>
              <a:defRPr sz="5600"/>
            </a:lvl6pPr>
            <a:lvl7pPr>
              <a:defRPr sz="5600"/>
            </a:lvl7pPr>
            <a:lvl8pPr>
              <a:defRPr sz="5600"/>
            </a:lvl8pPr>
            <a:lvl9pPr>
              <a:defRPr sz="5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763555" y="9875520"/>
            <a:ext cx="8257698" cy="18295622"/>
          </a:xfrm>
        </p:spPr>
        <p:txBody>
          <a:bodyPr/>
          <a:lstStyle>
            <a:lvl1pPr marL="0" indent="0">
              <a:buNone/>
              <a:defRPr sz="4480"/>
            </a:lvl1pPr>
            <a:lvl2pPr marL="1280160" indent="0">
              <a:buNone/>
              <a:defRPr sz="3920"/>
            </a:lvl2pPr>
            <a:lvl3pPr marL="2560320" indent="0">
              <a:buNone/>
              <a:defRPr sz="3360"/>
            </a:lvl3pPr>
            <a:lvl4pPr marL="3840480" indent="0">
              <a:buNone/>
              <a:defRPr sz="2800"/>
            </a:lvl4pPr>
            <a:lvl5pPr marL="5120640" indent="0">
              <a:buNone/>
              <a:defRPr sz="2800"/>
            </a:lvl5pPr>
            <a:lvl6pPr marL="6400800" indent="0">
              <a:buNone/>
              <a:defRPr sz="2800"/>
            </a:lvl6pPr>
            <a:lvl7pPr marL="7680960" indent="0">
              <a:buNone/>
              <a:defRPr sz="2800"/>
            </a:lvl7pPr>
            <a:lvl8pPr marL="8961120" indent="0">
              <a:buNone/>
              <a:defRPr sz="2800"/>
            </a:lvl8pPr>
            <a:lvl9pPr marL="10241280" indent="0">
              <a:buNone/>
              <a:defRPr sz="2800"/>
            </a:lvl9pPr>
          </a:lstStyle>
          <a:p>
            <a:pPr lvl="0"/>
            <a:r>
              <a:rPr lang="en-US"/>
              <a:t>Click to edit Master text styles</a:t>
            </a:r>
          </a:p>
        </p:txBody>
      </p:sp>
      <p:sp>
        <p:nvSpPr>
          <p:cNvPr id="5" name="Date Placeholder 4"/>
          <p:cNvSpPr>
            <a:spLocks noGrp="1"/>
          </p:cNvSpPr>
          <p:nvPr>
            <p:ph type="dt" sz="half" idx="10"/>
          </p:nvPr>
        </p:nvSpPr>
        <p:spPr/>
        <p:txBody>
          <a:bodyPr/>
          <a:lstStyle/>
          <a:p>
            <a:fld id="{1C1B6F5E-73A2-4E93-BF90-9200F67021BD}" type="datetimeFigureOut">
              <a:rPr lang="en-US" smtClean="0"/>
              <a:t>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B1C7B6-6077-49DE-989D-2C51A3F5C5D9}" type="slidenum">
              <a:rPr lang="en-US" smtClean="0"/>
              <a:t>‹#›</a:t>
            </a:fld>
            <a:endParaRPr lang="en-US"/>
          </a:p>
        </p:txBody>
      </p:sp>
    </p:spTree>
    <p:extLst>
      <p:ext uri="{BB962C8B-B14F-4D97-AF65-F5344CB8AC3E}">
        <p14:creationId xmlns:p14="http://schemas.microsoft.com/office/powerpoint/2010/main" val="1527027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63555" y="2194560"/>
            <a:ext cx="8257698" cy="7680960"/>
          </a:xfrm>
        </p:spPr>
        <p:txBody>
          <a:bodyPr anchor="b"/>
          <a:lstStyle>
            <a:lvl1pPr>
              <a:defRPr sz="896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884695" y="4739647"/>
            <a:ext cx="12961620" cy="23393400"/>
          </a:xfrm>
        </p:spPr>
        <p:txBody>
          <a:bodyPr anchor="t"/>
          <a:lstStyle>
            <a:lvl1pPr marL="0" indent="0">
              <a:buNone/>
              <a:defRPr sz="8960"/>
            </a:lvl1pPr>
            <a:lvl2pPr marL="1280160" indent="0">
              <a:buNone/>
              <a:defRPr sz="7840"/>
            </a:lvl2pPr>
            <a:lvl3pPr marL="2560320" indent="0">
              <a:buNone/>
              <a:defRPr sz="6720"/>
            </a:lvl3pPr>
            <a:lvl4pPr marL="3840480" indent="0">
              <a:buNone/>
              <a:defRPr sz="5600"/>
            </a:lvl4pPr>
            <a:lvl5pPr marL="5120640" indent="0">
              <a:buNone/>
              <a:defRPr sz="5600"/>
            </a:lvl5pPr>
            <a:lvl6pPr marL="6400800" indent="0">
              <a:buNone/>
              <a:defRPr sz="5600"/>
            </a:lvl6pPr>
            <a:lvl7pPr marL="7680960" indent="0">
              <a:buNone/>
              <a:defRPr sz="5600"/>
            </a:lvl7pPr>
            <a:lvl8pPr marL="8961120" indent="0">
              <a:buNone/>
              <a:defRPr sz="5600"/>
            </a:lvl8pPr>
            <a:lvl9pPr marL="10241280" indent="0">
              <a:buNone/>
              <a:defRPr sz="5600"/>
            </a:lvl9pPr>
          </a:lstStyle>
          <a:p>
            <a:r>
              <a:rPr lang="en-US"/>
              <a:t>Click icon to add picture</a:t>
            </a:r>
            <a:endParaRPr lang="en-US" dirty="0"/>
          </a:p>
        </p:txBody>
      </p:sp>
      <p:sp>
        <p:nvSpPr>
          <p:cNvPr id="4" name="Text Placeholder 3"/>
          <p:cNvSpPr>
            <a:spLocks noGrp="1"/>
          </p:cNvSpPr>
          <p:nvPr>
            <p:ph type="body" sz="half" idx="2"/>
          </p:nvPr>
        </p:nvSpPr>
        <p:spPr>
          <a:xfrm>
            <a:off x="1763555" y="9875520"/>
            <a:ext cx="8257698" cy="18295622"/>
          </a:xfrm>
        </p:spPr>
        <p:txBody>
          <a:bodyPr/>
          <a:lstStyle>
            <a:lvl1pPr marL="0" indent="0">
              <a:buNone/>
              <a:defRPr sz="4480"/>
            </a:lvl1pPr>
            <a:lvl2pPr marL="1280160" indent="0">
              <a:buNone/>
              <a:defRPr sz="3920"/>
            </a:lvl2pPr>
            <a:lvl3pPr marL="2560320" indent="0">
              <a:buNone/>
              <a:defRPr sz="3360"/>
            </a:lvl3pPr>
            <a:lvl4pPr marL="3840480" indent="0">
              <a:buNone/>
              <a:defRPr sz="2800"/>
            </a:lvl4pPr>
            <a:lvl5pPr marL="5120640" indent="0">
              <a:buNone/>
              <a:defRPr sz="2800"/>
            </a:lvl5pPr>
            <a:lvl6pPr marL="6400800" indent="0">
              <a:buNone/>
              <a:defRPr sz="2800"/>
            </a:lvl6pPr>
            <a:lvl7pPr marL="7680960" indent="0">
              <a:buNone/>
              <a:defRPr sz="2800"/>
            </a:lvl7pPr>
            <a:lvl8pPr marL="8961120" indent="0">
              <a:buNone/>
              <a:defRPr sz="2800"/>
            </a:lvl8pPr>
            <a:lvl9pPr marL="10241280" indent="0">
              <a:buNone/>
              <a:defRPr sz="2800"/>
            </a:lvl9pPr>
          </a:lstStyle>
          <a:p>
            <a:pPr lvl="0"/>
            <a:r>
              <a:rPr lang="en-US"/>
              <a:t>Click to edit Master text styles</a:t>
            </a:r>
          </a:p>
        </p:txBody>
      </p:sp>
      <p:sp>
        <p:nvSpPr>
          <p:cNvPr id="5" name="Date Placeholder 4"/>
          <p:cNvSpPr>
            <a:spLocks noGrp="1"/>
          </p:cNvSpPr>
          <p:nvPr>
            <p:ph type="dt" sz="half" idx="10"/>
          </p:nvPr>
        </p:nvSpPr>
        <p:spPr/>
        <p:txBody>
          <a:bodyPr/>
          <a:lstStyle/>
          <a:p>
            <a:fld id="{1C1B6F5E-73A2-4E93-BF90-9200F67021BD}" type="datetimeFigureOut">
              <a:rPr lang="en-US" smtClean="0"/>
              <a:t>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B1C7B6-6077-49DE-989D-2C51A3F5C5D9}" type="slidenum">
              <a:rPr lang="en-US" smtClean="0"/>
              <a:t>‹#›</a:t>
            </a:fld>
            <a:endParaRPr lang="en-US"/>
          </a:p>
        </p:txBody>
      </p:sp>
    </p:spTree>
    <p:extLst>
      <p:ext uri="{BB962C8B-B14F-4D97-AF65-F5344CB8AC3E}">
        <p14:creationId xmlns:p14="http://schemas.microsoft.com/office/powerpoint/2010/main" val="36282724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1B6F5E-73A2-4E93-BF90-9200F67021BD}" type="datetimeFigureOut">
              <a:rPr lang="en-US" smtClean="0"/>
              <a:t>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B1C7B6-6077-49DE-989D-2C51A3F5C5D9}" type="slidenum">
              <a:rPr lang="en-US" smtClean="0"/>
              <a:t>‹#›</a:t>
            </a:fld>
            <a:endParaRPr lang="en-US"/>
          </a:p>
        </p:txBody>
      </p:sp>
    </p:spTree>
    <p:extLst>
      <p:ext uri="{BB962C8B-B14F-4D97-AF65-F5344CB8AC3E}">
        <p14:creationId xmlns:p14="http://schemas.microsoft.com/office/powerpoint/2010/main" val="22059745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8322291" y="1752600"/>
            <a:ext cx="5520690"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760221" y="1752600"/>
            <a:ext cx="1624203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1B6F5E-73A2-4E93-BF90-9200F67021BD}" type="datetimeFigureOut">
              <a:rPr lang="en-US" smtClean="0"/>
              <a:t>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B1C7B6-6077-49DE-989D-2C51A3F5C5D9}" type="slidenum">
              <a:rPr lang="en-US" smtClean="0"/>
              <a:t>‹#›</a:t>
            </a:fld>
            <a:endParaRPr lang="en-US"/>
          </a:p>
        </p:txBody>
      </p:sp>
    </p:spTree>
    <p:extLst>
      <p:ext uri="{BB962C8B-B14F-4D97-AF65-F5344CB8AC3E}">
        <p14:creationId xmlns:p14="http://schemas.microsoft.com/office/powerpoint/2010/main" val="3655795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60220" y="1752607"/>
            <a:ext cx="2208276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760220" y="8763000"/>
            <a:ext cx="2208276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760220" y="30510487"/>
            <a:ext cx="5760720" cy="1752600"/>
          </a:xfrm>
          <a:prstGeom prst="rect">
            <a:avLst/>
          </a:prstGeom>
        </p:spPr>
        <p:txBody>
          <a:bodyPr vert="horz" lIns="91440" tIns="45720" rIns="91440" bIns="45720" rtlCol="0" anchor="ctr"/>
          <a:lstStyle>
            <a:lvl1pPr algn="l">
              <a:defRPr sz="3360">
                <a:solidFill>
                  <a:schemeClr val="tx1">
                    <a:tint val="75000"/>
                  </a:schemeClr>
                </a:solidFill>
              </a:defRPr>
            </a:lvl1pPr>
          </a:lstStyle>
          <a:p>
            <a:fld id="{1C1B6F5E-73A2-4E93-BF90-9200F67021BD}" type="datetimeFigureOut">
              <a:rPr lang="en-US" smtClean="0"/>
              <a:t>2/9/2025</a:t>
            </a:fld>
            <a:endParaRPr lang="en-US"/>
          </a:p>
        </p:txBody>
      </p:sp>
      <p:sp>
        <p:nvSpPr>
          <p:cNvPr id="5" name="Footer Placeholder 4"/>
          <p:cNvSpPr>
            <a:spLocks noGrp="1"/>
          </p:cNvSpPr>
          <p:nvPr>
            <p:ph type="ftr" sz="quarter" idx="3"/>
          </p:nvPr>
        </p:nvSpPr>
        <p:spPr>
          <a:xfrm>
            <a:off x="8481060" y="30510487"/>
            <a:ext cx="8641080" cy="1752600"/>
          </a:xfrm>
          <a:prstGeom prst="rect">
            <a:avLst/>
          </a:prstGeom>
        </p:spPr>
        <p:txBody>
          <a:bodyPr vert="horz" lIns="91440" tIns="45720" rIns="91440" bIns="45720" rtlCol="0" anchor="ctr"/>
          <a:lstStyle>
            <a:lvl1pPr algn="ctr">
              <a:defRPr sz="336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8082260" y="30510487"/>
            <a:ext cx="5760720" cy="1752600"/>
          </a:xfrm>
          <a:prstGeom prst="rect">
            <a:avLst/>
          </a:prstGeom>
        </p:spPr>
        <p:txBody>
          <a:bodyPr vert="horz" lIns="91440" tIns="45720" rIns="91440" bIns="45720" rtlCol="0" anchor="ctr"/>
          <a:lstStyle>
            <a:lvl1pPr algn="r">
              <a:defRPr sz="3360">
                <a:solidFill>
                  <a:schemeClr val="tx1">
                    <a:tint val="75000"/>
                  </a:schemeClr>
                </a:solidFill>
              </a:defRPr>
            </a:lvl1pPr>
          </a:lstStyle>
          <a:p>
            <a:fld id="{A1B1C7B6-6077-49DE-989D-2C51A3F5C5D9}" type="slidenum">
              <a:rPr lang="en-US" smtClean="0"/>
              <a:t>‹#›</a:t>
            </a:fld>
            <a:endParaRPr lang="en-US"/>
          </a:p>
        </p:txBody>
      </p:sp>
    </p:spTree>
    <p:extLst>
      <p:ext uri="{BB962C8B-B14F-4D97-AF65-F5344CB8AC3E}">
        <p14:creationId xmlns:p14="http://schemas.microsoft.com/office/powerpoint/2010/main" val="230138127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2560320" rtl="0" eaLnBrk="1" latinLnBrk="0" hangingPunct="1">
        <a:lnSpc>
          <a:spcPct val="90000"/>
        </a:lnSpc>
        <a:spcBef>
          <a:spcPct val="0"/>
        </a:spcBef>
        <a:buNone/>
        <a:defRPr sz="12320" kern="1200">
          <a:solidFill>
            <a:schemeClr val="tx1"/>
          </a:solidFill>
          <a:latin typeface="+mj-lt"/>
          <a:ea typeface="+mj-ea"/>
          <a:cs typeface="+mj-cs"/>
        </a:defRPr>
      </a:lvl1pPr>
    </p:titleStyle>
    <p:bodyStyle>
      <a:lvl1pPr marL="640080" indent="-640080" algn="l" defTabSz="2560320" rtl="0" eaLnBrk="1" latinLnBrk="0" hangingPunct="1">
        <a:lnSpc>
          <a:spcPct val="90000"/>
        </a:lnSpc>
        <a:spcBef>
          <a:spcPts val="2800"/>
        </a:spcBef>
        <a:buFont typeface="Arial" panose="020B0604020202020204" pitchFamily="34" charset="0"/>
        <a:buChar char="•"/>
        <a:defRPr sz="7840" kern="1200">
          <a:solidFill>
            <a:schemeClr val="tx1"/>
          </a:solidFill>
          <a:latin typeface="+mn-lt"/>
          <a:ea typeface="+mn-ea"/>
          <a:cs typeface="+mn-cs"/>
        </a:defRPr>
      </a:lvl1pPr>
      <a:lvl2pPr marL="1920240" indent="-640080" algn="l" defTabSz="2560320" rtl="0" eaLnBrk="1" latinLnBrk="0" hangingPunct="1">
        <a:lnSpc>
          <a:spcPct val="90000"/>
        </a:lnSpc>
        <a:spcBef>
          <a:spcPts val="1400"/>
        </a:spcBef>
        <a:buFont typeface="Arial" panose="020B0604020202020204" pitchFamily="34" charset="0"/>
        <a:buChar char="•"/>
        <a:defRPr sz="6720" kern="1200">
          <a:solidFill>
            <a:schemeClr val="tx1"/>
          </a:solidFill>
          <a:latin typeface="+mn-lt"/>
          <a:ea typeface="+mn-ea"/>
          <a:cs typeface="+mn-cs"/>
        </a:defRPr>
      </a:lvl2pPr>
      <a:lvl3pPr marL="3200400" indent="-640080" algn="l" defTabSz="2560320" rtl="0" eaLnBrk="1" latinLnBrk="0" hangingPunct="1">
        <a:lnSpc>
          <a:spcPct val="90000"/>
        </a:lnSpc>
        <a:spcBef>
          <a:spcPts val="1400"/>
        </a:spcBef>
        <a:buFont typeface="Arial" panose="020B0604020202020204" pitchFamily="34" charset="0"/>
        <a:buChar char="•"/>
        <a:defRPr sz="5600" kern="1200">
          <a:solidFill>
            <a:schemeClr val="tx1"/>
          </a:solidFill>
          <a:latin typeface="+mn-lt"/>
          <a:ea typeface="+mn-ea"/>
          <a:cs typeface="+mn-cs"/>
        </a:defRPr>
      </a:lvl3pPr>
      <a:lvl4pPr marL="4480560" indent="-640080" algn="l" defTabSz="2560320" rtl="0" eaLnBrk="1" latinLnBrk="0" hangingPunct="1">
        <a:lnSpc>
          <a:spcPct val="90000"/>
        </a:lnSpc>
        <a:spcBef>
          <a:spcPts val="1400"/>
        </a:spcBef>
        <a:buFont typeface="Arial" panose="020B0604020202020204" pitchFamily="34" charset="0"/>
        <a:buChar char="•"/>
        <a:defRPr sz="5040" kern="1200">
          <a:solidFill>
            <a:schemeClr val="tx1"/>
          </a:solidFill>
          <a:latin typeface="+mn-lt"/>
          <a:ea typeface="+mn-ea"/>
          <a:cs typeface="+mn-cs"/>
        </a:defRPr>
      </a:lvl4pPr>
      <a:lvl5pPr marL="5760720" indent="-640080" algn="l" defTabSz="2560320" rtl="0" eaLnBrk="1" latinLnBrk="0" hangingPunct="1">
        <a:lnSpc>
          <a:spcPct val="90000"/>
        </a:lnSpc>
        <a:spcBef>
          <a:spcPts val="1400"/>
        </a:spcBef>
        <a:buFont typeface="Arial" panose="020B0604020202020204" pitchFamily="34" charset="0"/>
        <a:buChar char="•"/>
        <a:defRPr sz="5040" kern="1200">
          <a:solidFill>
            <a:schemeClr val="tx1"/>
          </a:solidFill>
          <a:latin typeface="+mn-lt"/>
          <a:ea typeface="+mn-ea"/>
          <a:cs typeface="+mn-cs"/>
        </a:defRPr>
      </a:lvl5pPr>
      <a:lvl6pPr marL="7040880" indent="-640080" algn="l" defTabSz="2560320" rtl="0" eaLnBrk="1" latinLnBrk="0" hangingPunct="1">
        <a:lnSpc>
          <a:spcPct val="90000"/>
        </a:lnSpc>
        <a:spcBef>
          <a:spcPts val="1400"/>
        </a:spcBef>
        <a:buFont typeface="Arial" panose="020B0604020202020204" pitchFamily="34" charset="0"/>
        <a:buChar char="•"/>
        <a:defRPr sz="5040" kern="1200">
          <a:solidFill>
            <a:schemeClr val="tx1"/>
          </a:solidFill>
          <a:latin typeface="+mn-lt"/>
          <a:ea typeface="+mn-ea"/>
          <a:cs typeface="+mn-cs"/>
        </a:defRPr>
      </a:lvl6pPr>
      <a:lvl7pPr marL="8321040" indent="-640080" algn="l" defTabSz="2560320" rtl="0" eaLnBrk="1" latinLnBrk="0" hangingPunct="1">
        <a:lnSpc>
          <a:spcPct val="90000"/>
        </a:lnSpc>
        <a:spcBef>
          <a:spcPts val="1400"/>
        </a:spcBef>
        <a:buFont typeface="Arial" panose="020B0604020202020204" pitchFamily="34" charset="0"/>
        <a:buChar char="•"/>
        <a:defRPr sz="5040" kern="1200">
          <a:solidFill>
            <a:schemeClr val="tx1"/>
          </a:solidFill>
          <a:latin typeface="+mn-lt"/>
          <a:ea typeface="+mn-ea"/>
          <a:cs typeface="+mn-cs"/>
        </a:defRPr>
      </a:lvl7pPr>
      <a:lvl8pPr marL="9601200" indent="-640080" algn="l" defTabSz="2560320" rtl="0" eaLnBrk="1" latinLnBrk="0" hangingPunct="1">
        <a:lnSpc>
          <a:spcPct val="90000"/>
        </a:lnSpc>
        <a:spcBef>
          <a:spcPts val="1400"/>
        </a:spcBef>
        <a:buFont typeface="Arial" panose="020B0604020202020204" pitchFamily="34" charset="0"/>
        <a:buChar char="•"/>
        <a:defRPr sz="5040" kern="1200">
          <a:solidFill>
            <a:schemeClr val="tx1"/>
          </a:solidFill>
          <a:latin typeface="+mn-lt"/>
          <a:ea typeface="+mn-ea"/>
          <a:cs typeface="+mn-cs"/>
        </a:defRPr>
      </a:lvl8pPr>
      <a:lvl9pPr marL="10881360" indent="-640080" algn="l" defTabSz="2560320" rtl="0" eaLnBrk="1" latinLnBrk="0" hangingPunct="1">
        <a:lnSpc>
          <a:spcPct val="90000"/>
        </a:lnSpc>
        <a:spcBef>
          <a:spcPts val="1400"/>
        </a:spcBef>
        <a:buFont typeface="Arial" panose="020B0604020202020204" pitchFamily="34" charset="0"/>
        <a:buChar char="•"/>
        <a:defRPr sz="5040" kern="1200">
          <a:solidFill>
            <a:schemeClr val="tx1"/>
          </a:solidFill>
          <a:latin typeface="+mn-lt"/>
          <a:ea typeface="+mn-ea"/>
          <a:cs typeface="+mn-cs"/>
        </a:defRPr>
      </a:lvl9pPr>
    </p:bodyStyle>
    <p:otherStyle>
      <a:defPPr>
        <a:defRPr lang="en-US"/>
      </a:defPPr>
      <a:lvl1pPr marL="0" algn="l" defTabSz="2560320" rtl="0" eaLnBrk="1" latinLnBrk="0" hangingPunct="1">
        <a:defRPr sz="5040" kern="1200">
          <a:solidFill>
            <a:schemeClr val="tx1"/>
          </a:solidFill>
          <a:latin typeface="+mn-lt"/>
          <a:ea typeface="+mn-ea"/>
          <a:cs typeface="+mn-cs"/>
        </a:defRPr>
      </a:lvl1pPr>
      <a:lvl2pPr marL="1280160" algn="l" defTabSz="2560320" rtl="0" eaLnBrk="1" latinLnBrk="0" hangingPunct="1">
        <a:defRPr sz="5040" kern="1200">
          <a:solidFill>
            <a:schemeClr val="tx1"/>
          </a:solidFill>
          <a:latin typeface="+mn-lt"/>
          <a:ea typeface="+mn-ea"/>
          <a:cs typeface="+mn-cs"/>
        </a:defRPr>
      </a:lvl2pPr>
      <a:lvl3pPr marL="2560320" algn="l" defTabSz="2560320" rtl="0" eaLnBrk="1" latinLnBrk="0" hangingPunct="1">
        <a:defRPr sz="5040" kern="1200">
          <a:solidFill>
            <a:schemeClr val="tx1"/>
          </a:solidFill>
          <a:latin typeface="+mn-lt"/>
          <a:ea typeface="+mn-ea"/>
          <a:cs typeface="+mn-cs"/>
        </a:defRPr>
      </a:lvl3pPr>
      <a:lvl4pPr marL="3840480" algn="l" defTabSz="2560320" rtl="0" eaLnBrk="1" latinLnBrk="0" hangingPunct="1">
        <a:defRPr sz="5040" kern="1200">
          <a:solidFill>
            <a:schemeClr val="tx1"/>
          </a:solidFill>
          <a:latin typeface="+mn-lt"/>
          <a:ea typeface="+mn-ea"/>
          <a:cs typeface="+mn-cs"/>
        </a:defRPr>
      </a:lvl4pPr>
      <a:lvl5pPr marL="5120640" algn="l" defTabSz="2560320" rtl="0" eaLnBrk="1" latinLnBrk="0" hangingPunct="1">
        <a:defRPr sz="5040" kern="1200">
          <a:solidFill>
            <a:schemeClr val="tx1"/>
          </a:solidFill>
          <a:latin typeface="+mn-lt"/>
          <a:ea typeface="+mn-ea"/>
          <a:cs typeface="+mn-cs"/>
        </a:defRPr>
      </a:lvl5pPr>
      <a:lvl6pPr marL="6400800" algn="l" defTabSz="2560320" rtl="0" eaLnBrk="1" latinLnBrk="0" hangingPunct="1">
        <a:defRPr sz="5040" kern="1200">
          <a:solidFill>
            <a:schemeClr val="tx1"/>
          </a:solidFill>
          <a:latin typeface="+mn-lt"/>
          <a:ea typeface="+mn-ea"/>
          <a:cs typeface="+mn-cs"/>
        </a:defRPr>
      </a:lvl6pPr>
      <a:lvl7pPr marL="7680960" algn="l" defTabSz="2560320" rtl="0" eaLnBrk="1" latinLnBrk="0" hangingPunct="1">
        <a:defRPr sz="5040" kern="1200">
          <a:solidFill>
            <a:schemeClr val="tx1"/>
          </a:solidFill>
          <a:latin typeface="+mn-lt"/>
          <a:ea typeface="+mn-ea"/>
          <a:cs typeface="+mn-cs"/>
        </a:defRPr>
      </a:lvl7pPr>
      <a:lvl8pPr marL="8961120" algn="l" defTabSz="2560320" rtl="0" eaLnBrk="1" latinLnBrk="0" hangingPunct="1">
        <a:defRPr sz="5040" kern="1200">
          <a:solidFill>
            <a:schemeClr val="tx1"/>
          </a:solidFill>
          <a:latin typeface="+mn-lt"/>
          <a:ea typeface="+mn-ea"/>
          <a:cs typeface="+mn-cs"/>
        </a:defRPr>
      </a:lvl8pPr>
      <a:lvl9pPr marL="10241280" algn="l" defTabSz="2560320" rtl="0" eaLnBrk="1" latinLnBrk="0" hangingPunct="1">
        <a:defRPr sz="50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4B4323B-2F69-8542-CC61-831D6271C041}"/>
              </a:ext>
            </a:extLst>
          </p:cNvPr>
          <p:cNvSpPr/>
          <p:nvPr/>
        </p:nvSpPr>
        <p:spPr>
          <a:xfrm>
            <a:off x="0" y="1"/>
            <a:ext cx="25603200" cy="1288473"/>
          </a:xfrm>
          <a:prstGeom prst="rect">
            <a:avLst/>
          </a:prstGeom>
          <a:solidFill>
            <a:srgbClr val="ACA8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i="1" dirty="0">
                <a:latin typeface="Arial" panose="020B0604020202020204" pitchFamily="34" charset="0"/>
                <a:cs typeface="Arial" panose="020B0604020202020204" pitchFamily="34" charset="0"/>
              </a:rPr>
              <a:t>Multiple Autonomous Robot Systems Lab (MARS) – UTRGV Edinburg</a:t>
            </a:r>
          </a:p>
        </p:txBody>
      </p:sp>
      <p:sp>
        <p:nvSpPr>
          <p:cNvPr id="6" name="TextBox 5">
            <a:extLst>
              <a:ext uri="{FF2B5EF4-FFF2-40B4-BE49-F238E27FC236}">
                <a16:creationId xmlns:a16="http://schemas.microsoft.com/office/drawing/2014/main" id="{B8CF645D-CDDA-D96F-2706-C9359EA8EC5E}"/>
              </a:ext>
            </a:extLst>
          </p:cNvPr>
          <p:cNvSpPr txBox="1"/>
          <p:nvPr/>
        </p:nvSpPr>
        <p:spPr>
          <a:xfrm>
            <a:off x="6359236" y="1702922"/>
            <a:ext cx="18402212" cy="1938992"/>
          </a:xfrm>
          <a:prstGeom prst="rect">
            <a:avLst/>
          </a:prstGeom>
          <a:noFill/>
        </p:spPr>
        <p:txBody>
          <a:bodyPr wrap="square" rtlCol="0">
            <a:spAutoFit/>
          </a:bodyPr>
          <a:lstStyle/>
          <a:p>
            <a:pPr algn="ctr"/>
            <a:r>
              <a:rPr lang="en-US" sz="6000" b="1" dirty="0">
                <a:latin typeface="Arial" panose="020B0604020202020204" pitchFamily="34" charset="0"/>
                <a:cs typeface="Arial" panose="020B0604020202020204" pitchFamily="34" charset="0"/>
              </a:rPr>
              <a:t>Comparative Analysis and Enhancement of Bug Algorithms for Obstacle Avoidance</a:t>
            </a:r>
          </a:p>
        </p:txBody>
      </p:sp>
      <p:sp>
        <p:nvSpPr>
          <p:cNvPr id="7" name="TextBox 6">
            <a:extLst>
              <a:ext uri="{FF2B5EF4-FFF2-40B4-BE49-F238E27FC236}">
                <a16:creationId xmlns:a16="http://schemas.microsoft.com/office/drawing/2014/main" id="{28F4A103-1DAA-98A4-8499-85E720EA85CD}"/>
              </a:ext>
            </a:extLst>
          </p:cNvPr>
          <p:cNvSpPr txBox="1"/>
          <p:nvPr/>
        </p:nvSpPr>
        <p:spPr>
          <a:xfrm>
            <a:off x="836651" y="7020679"/>
            <a:ext cx="7335278" cy="646331"/>
          </a:xfrm>
          <a:prstGeom prst="rect">
            <a:avLst/>
          </a:prstGeom>
          <a:solidFill>
            <a:srgbClr val="DAD8EC"/>
          </a:solidFill>
          <a:ln>
            <a:noFill/>
          </a:ln>
        </p:spPr>
        <p:txBody>
          <a:bodyPr wrap="square" rtlCol="0">
            <a:spAutoFit/>
          </a:bodyPr>
          <a:lstStyle/>
          <a:p>
            <a:pPr algn="ctr"/>
            <a:r>
              <a:rPr lang="en-US" sz="3600" b="1" dirty="0">
                <a:latin typeface="Arial" panose="020B0604020202020204" pitchFamily="34" charset="0"/>
                <a:cs typeface="Arial" panose="020B0604020202020204" pitchFamily="34" charset="0"/>
              </a:rPr>
              <a:t>Abstract</a:t>
            </a:r>
          </a:p>
        </p:txBody>
      </p:sp>
      <p:sp>
        <p:nvSpPr>
          <p:cNvPr id="5" name="Rectangle 4">
            <a:extLst>
              <a:ext uri="{FF2B5EF4-FFF2-40B4-BE49-F238E27FC236}">
                <a16:creationId xmlns:a16="http://schemas.microsoft.com/office/drawing/2014/main" id="{E45B8987-A5B8-EC3C-2A72-EBA2D78717FB}"/>
              </a:ext>
            </a:extLst>
          </p:cNvPr>
          <p:cNvSpPr/>
          <p:nvPr/>
        </p:nvSpPr>
        <p:spPr>
          <a:xfrm>
            <a:off x="0" y="31629928"/>
            <a:ext cx="25603200" cy="1288473"/>
          </a:xfrm>
          <a:prstGeom prst="rect">
            <a:avLst/>
          </a:prstGeom>
          <a:solidFill>
            <a:srgbClr val="ACA8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latin typeface="Arial" panose="020B0604020202020204" pitchFamily="34" charset="0"/>
                <a:cs typeface="Arial" panose="020B0604020202020204" pitchFamily="34" charset="0"/>
              </a:rPr>
              <a:t>RGV STEM Education Consortium, South Padre Island, Texas, February 13-15, 2025 </a:t>
            </a:r>
          </a:p>
        </p:txBody>
      </p:sp>
      <p:sp>
        <p:nvSpPr>
          <p:cNvPr id="20" name="TextBox 19">
            <a:extLst>
              <a:ext uri="{FF2B5EF4-FFF2-40B4-BE49-F238E27FC236}">
                <a16:creationId xmlns:a16="http://schemas.microsoft.com/office/drawing/2014/main" id="{016CFA2A-453D-FD0D-A476-75EF338EC614}"/>
              </a:ext>
            </a:extLst>
          </p:cNvPr>
          <p:cNvSpPr txBox="1"/>
          <p:nvPr/>
        </p:nvSpPr>
        <p:spPr>
          <a:xfrm>
            <a:off x="836653" y="7954346"/>
            <a:ext cx="7335278" cy="4401205"/>
          </a:xfrm>
          <a:prstGeom prst="rect">
            <a:avLst/>
          </a:prstGeom>
          <a:noFill/>
          <a:ln>
            <a:solidFill>
              <a:schemeClr val="tx1"/>
            </a:solidFill>
          </a:ln>
        </p:spPr>
        <p:txBody>
          <a:bodyPr wrap="square" rtlCol="0">
            <a:spAutoFit/>
          </a:bodyPr>
          <a:lstStyle/>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Traditional Bug Algorithms for obstacle avoidance often struggle with inefficiency and entrapment in complex environments.</a:t>
            </a:r>
          </a:p>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This research introduces a new algorithm that combines the qualities of existing algorithms. </a:t>
            </a:r>
          </a:p>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The proposed approach shows promise in demonstrating shorter paths and reduced risk of entrapments in complex environments.</a:t>
            </a:r>
          </a:p>
        </p:txBody>
      </p:sp>
      <p:sp>
        <p:nvSpPr>
          <p:cNvPr id="21" name="TextBox 20">
            <a:extLst>
              <a:ext uri="{FF2B5EF4-FFF2-40B4-BE49-F238E27FC236}">
                <a16:creationId xmlns:a16="http://schemas.microsoft.com/office/drawing/2014/main" id="{8D986495-8CCA-90D8-09E9-42CDEF5CA457}"/>
              </a:ext>
            </a:extLst>
          </p:cNvPr>
          <p:cNvSpPr txBox="1"/>
          <p:nvPr/>
        </p:nvSpPr>
        <p:spPr>
          <a:xfrm>
            <a:off x="9810413" y="3796058"/>
            <a:ext cx="10749546" cy="2554545"/>
          </a:xfrm>
          <a:prstGeom prst="rect">
            <a:avLst/>
          </a:prstGeom>
          <a:noFill/>
        </p:spPr>
        <p:txBody>
          <a:bodyPr wrap="square" rtlCol="0">
            <a:spAutoFit/>
          </a:bodyPr>
          <a:lstStyle/>
          <a:p>
            <a:pPr algn="ctr"/>
            <a:r>
              <a:rPr lang="en-US" sz="4000" dirty="0">
                <a:latin typeface="Arial" panose="020B0604020202020204" pitchFamily="34" charset="0"/>
                <a:cs typeface="Arial" panose="020B0604020202020204" pitchFamily="34" charset="0"/>
              </a:rPr>
              <a:t>Izabella Valero and Qi Lu</a:t>
            </a:r>
          </a:p>
          <a:p>
            <a:pPr algn="ctr"/>
            <a:r>
              <a:rPr lang="en-US" sz="4000" dirty="0">
                <a:latin typeface="Arial" panose="020B0604020202020204" pitchFamily="34" charset="0"/>
                <a:cs typeface="Arial" panose="020B0604020202020204" pitchFamily="34" charset="0"/>
              </a:rPr>
              <a:t>Department of Computer Science</a:t>
            </a:r>
          </a:p>
          <a:p>
            <a:pPr algn="ctr"/>
            <a:r>
              <a:rPr lang="en-US" sz="4000" dirty="0">
                <a:latin typeface="Arial" panose="020B0604020202020204" pitchFamily="34" charset="0"/>
                <a:cs typeface="Arial" panose="020B0604020202020204" pitchFamily="34" charset="0"/>
              </a:rPr>
              <a:t>The University of Texas Rio Grande Valley</a:t>
            </a:r>
          </a:p>
          <a:p>
            <a:pPr algn="ctr"/>
            <a:endParaRPr lang="en-US" sz="4000" dirty="0">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2E0C1928-8342-9FDD-B027-36280498FCD3}"/>
              </a:ext>
            </a:extLst>
          </p:cNvPr>
          <p:cNvSpPr txBox="1"/>
          <p:nvPr/>
        </p:nvSpPr>
        <p:spPr>
          <a:xfrm>
            <a:off x="821809" y="13494156"/>
            <a:ext cx="7330181" cy="6124754"/>
          </a:xfrm>
          <a:prstGeom prst="rect">
            <a:avLst/>
          </a:prstGeom>
          <a:noFill/>
          <a:ln>
            <a:solidFill>
              <a:schemeClr val="tx1"/>
            </a:solidFill>
          </a:ln>
        </p:spPr>
        <p:txBody>
          <a:bodyPr wrap="square" rtlCol="0">
            <a:spAutoFit/>
          </a:bodyPr>
          <a:lstStyle/>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Bug algorithms have low computational cost, relying on sensor data to guide the robot to its target.</a:t>
            </a:r>
          </a:p>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They often struggle with longer paths and getting trapped in complex scenarios.</a:t>
            </a:r>
          </a:p>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Improving these algorithms while maintaining low computational demands is a key challenge in robotics. Figure 1 displays some of the inefficiencies of existing algorithms. </a:t>
            </a:r>
          </a:p>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The research presented proposes a new bug algorithm that enhances the existing strategies to enhance obstacle avoidance using only local sensor data.</a:t>
            </a:r>
          </a:p>
        </p:txBody>
      </p:sp>
      <p:sp>
        <p:nvSpPr>
          <p:cNvPr id="23" name="TextBox 22">
            <a:extLst>
              <a:ext uri="{FF2B5EF4-FFF2-40B4-BE49-F238E27FC236}">
                <a16:creationId xmlns:a16="http://schemas.microsoft.com/office/drawing/2014/main" id="{2434BB2E-17EE-6979-4E49-9BCDCD77D68D}"/>
              </a:ext>
            </a:extLst>
          </p:cNvPr>
          <p:cNvSpPr txBox="1"/>
          <p:nvPr/>
        </p:nvSpPr>
        <p:spPr>
          <a:xfrm>
            <a:off x="836651" y="20788561"/>
            <a:ext cx="7330181" cy="6986528"/>
          </a:xfrm>
          <a:prstGeom prst="rect">
            <a:avLst/>
          </a:prstGeom>
          <a:noFill/>
          <a:ln>
            <a:solidFill>
              <a:schemeClr val="tx1"/>
            </a:solidFill>
          </a:ln>
        </p:spPr>
        <p:txBody>
          <a:bodyPr wrap="square" rtlCol="0">
            <a:spAutoFit/>
          </a:bodyPr>
          <a:lstStyle/>
          <a:p>
            <a:pPr marL="457200" indent="-457200">
              <a:buFont typeface="Arial" panose="020B0604020202020204" pitchFamily="34" charset="0"/>
              <a:buChar char="•"/>
            </a:pPr>
            <a:r>
              <a:rPr lang="en-US" sz="2800" b="1" dirty="0">
                <a:latin typeface="Arial" panose="020B0604020202020204" pitchFamily="34" charset="0"/>
                <a:cs typeface="Arial" panose="020B0604020202020204" pitchFamily="34" charset="0"/>
              </a:rPr>
              <a:t>Algorithm Analysis: </a:t>
            </a:r>
            <a:r>
              <a:rPr lang="en-US" sz="2800" dirty="0">
                <a:latin typeface="Arial" panose="020B0604020202020204" pitchFamily="34" charset="0"/>
                <a:cs typeface="Arial" panose="020B0604020202020204" pitchFamily="34" charset="0"/>
              </a:rPr>
              <a:t>Existing Bug Algorithms were analyzed using </a:t>
            </a:r>
            <a:r>
              <a:rPr lang="en-US" sz="2800" dirty="0" err="1">
                <a:latin typeface="Arial" panose="020B0604020202020204" pitchFamily="34" charset="0"/>
                <a:cs typeface="Arial" panose="020B0604020202020204" pitchFamily="34" charset="0"/>
              </a:rPr>
              <a:t>Webots</a:t>
            </a:r>
            <a:r>
              <a:rPr lang="en-US" sz="2800" dirty="0">
                <a:latin typeface="Arial" panose="020B0604020202020204" pitchFamily="34" charset="0"/>
                <a:cs typeface="Arial" panose="020B0604020202020204" pitchFamily="34" charset="0"/>
              </a:rPr>
              <a:t> simulations to identify strengths, limitations, and potential improvement, focusing on localization algorithms. Figure 2 demonstrates a simulation environment.</a:t>
            </a:r>
          </a:p>
          <a:p>
            <a:pPr marL="457200" indent="-457200">
              <a:buFont typeface="Arial" panose="020B0604020202020204" pitchFamily="34" charset="0"/>
              <a:buChar char="•"/>
            </a:pPr>
            <a:r>
              <a:rPr lang="en-US" sz="2800" b="1" dirty="0">
                <a:latin typeface="Arial" panose="020B0604020202020204" pitchFamily="34" charset="0"/>
                <a:cs typeface="Arial" panose="020B0604020202020204" pitchFamily="34" charset="0"/>
              </a:rPr>
              <a:t>Algorithm Development: </a:t>
            </a:r>
            <a:r>
              <a:rPr lang="en-US" sz="2800" dirty="0">
                <a:latin typeface="Arial" panose="020B0604020202020204" pitchFamily="34" charset="0"/>
                <a:cs typeface="Arial" panose="020B0604020202020204" pitchFamily="34" charset="0"/>
              </a:rPr>
              <a:t>The proposed algorithm shown in Figure 3. The goal is to combine existing features to optimize the Bug performance. The algorithm tracks m-line movement like other algorithms, recording hit and leave points.</a:t>
            </a:r>
          </a:p>
          <a:p>
            <a:pPr marL="457200" indent="-457200">
              <a:buFont typeface="Arial" panose="020B0604020202020204" pitchFamily="34" charset="0"/>
              <a:buChar char="•"/>
            </a:pPr>
            <a:r>
              <a:rPr lang="en-US" sz="2800" b="1" dirty="0">
                <a:latin typeface="Arial" panose="020B0604020202020204" pitchFamily="34" charset="0"/>
                <a:cs typeface="Arial" panose="020B0604020202020204" pitchFamily="34" charset="0"/>
              </a:rPr>
              <a:t>Current Development: </a:t>
            </a:r>
            <a:r>
              <a:rPr lang="en-US" sz="2800" dirty="0">
                <a:latin typeface="Arial" panose="020B0604020202020204" pitchFamily="34" charset="0"/>
                <a:cs typeface="Arial" panose="020B0604020202020204" pitchFamily="34" charset="0"/>
              </a:rPr>
              <a:t>The algorithm is currently being tested using </a:t>
            </a:r>
            <a:r>
              <a:rPr lang="en-US" sz="2800" dirty="0" err="1">
                <a:latin typeface="Arial" panose="020B0604020202020204" pitchFamily="34" charset="0"/>
                <a:cs typeface="Arial" panose="020B0604020202020204" pitchFamily="34" charset="0"/>
              </a:rPr>
              <a:t>Webots</a:t>
            </a:r>
            <a:r>
              <a:rPr lang="en-US" sz="2800" dirty="0">
                <a:latin typeface="Arial" panose="020B0604020202020204" pitchFamily="34" charset="0"/>
                <a:cs typeface="Arial" panose="020B0604020202020204" pitchFamily="34" charset="0"/>
              </a:rPr>
              <a:t>. The current comparative analysis is currently in progress.</a:t>
            </a:r>
            <a:endParaRPr lang="en-US" sz="2800" b="1" dirty="0">
              <a:latin typeface="Arial" panose="020B0604020202020204" pitchFamily="34" charset="0"/>
              <a:cs typeface="Arial" panose="020B0604020202020204" pitchFamily="34" charset="0"/>
            </a:endParaRPr>
          </a:p>
        </p:txBody>
      </p:sp>
      <p:sp>
        <p:nvSpPr>
          <p:cNvPr id="24" name="TextBox 23">
            <a:extLst>
              <a:ext uri="{FF2B5EF4-FFF2-40B4-BE49-F238E27FC236}">
                <a16:creationId xmlns:a16="http://schemas.microsoft.com/office/drawing/2014/main" id="{2EF1C75C-6341-D0BE-A4AD-48335FB7DFF0}"/>
              </a:ext>
            </a:extLst>
          </p:cNvPr>
          <p:cNvSpPr txBox="1"/>
          <p:nvPr/>
        </p:nvSpPr>
        <p:spPr>
          <a:xfrm>
            <a:off x="841748" y="19946443"/>
            <a:ext cx="7330181" cy="646331"/>
          </a:xfrm>
          <a:prstGeom prst="rect">
            <a:avLst/>
          </a:prstGeom>
          <a:solidFill>
            <a:srgbClr val="DAD8EC"/>
          </a:solidFill>
          <a:ln>
            <a:noFill/>
          </a:ln>
        </p:spPr>
        <p:txBody>
          <a:bodyPr wrap="square" rtlCol="0">
            <a:spAutoFit/>
          </a:bodyPr>
          <a:lstStyle/>
          <a:p>
            <a:pPr algn="ctr"/>
            <a:r>
              <a:rPr lang="en-US" sz="3600" b="1" dirty="0">
                <a:latin typeface="Arial" panose="020B0604020202020204" pitchFamily="34" charset="0"/>
                <a:cs typeface="Arial" panose="020B0604020202020204" pitchFamily="34" charset="0"/>
              </a:rPr>
              <a:t>Methodology</a:t>
            </a:r>
          </a:p>
        </p:txBody>
      </p:sp>
      <p:sp>
        <p:nvSpPr>
          <p:cNvPr id="25" name="TextBox 24">
            <a:extLst>
              <a:ext uri="{FF2B5EF4-FFF2-40B4-BE49-F238E27FC236}">
                <a16:creationId xmlns:a16="http://schemas.microsoft.com/office/drawing/2014/main" id="{9EE0D7CD-52A2-8FFF-8EDD-59EFB8C37F54}"/>
              </a:ext>
            </a:extLst>
          </p:cNvPr>
          <p:cNvSpPr txBox="1"/>
          <p:nvPr/>
        </p:nvSpPr>
        <p:spPr>
          <a:xfrm>
            <a:off x="17891655" y="13031590"/>
            <a:ext cx="6862779" cy="646331"/>
          </a:xfrm>
          <a:prstGeom prst="rect">
            <a:avLst/>
          </a:prstGeom>
          <a:solidFill>
            <a:srgbClr val="DAD8EC"/>
          </a:solidFill>
          <a:ln>
            <a:noFill/>
          </a:ln>
        </p:spPr>
        <p:txBody>
          <a:bodyPr wrap="square" rtlCol="0">
            <a:spAutoFit/>
          </a:bodyPr>
          <a:lstStyle/>
          <a:p>
            <a:pPr algn="ctr"/>
            <a:r>
              <a:rPr lang="en-US" sz="3600" b="1" dirty="0">
                <a:latin typeface="Arial" panose="020B0604020202020204" pitchFamily="34" charset="0"/>
                <a:cs typeface="Arial" panose="020B0604020202020204" pitchFamily="34" charset="0"/>
              </a:rPr>
              <a:t>Conclusions &amp; Future Work</a:t>
            </a:r>
          </a:p>
        </p:txBody>
      </p:sp>
      <p:sp>
        <p:nvSpPr>
          <p:cNvPr id="27" name="TextBox 26">
            <a:extLst>
              <a:ext uri="{FF2B5EF4-FFF2-40B4-BE49-F238E27FC236}">
                <a16:creationId xmlns:a16="http://schemas.microsoft.com/office/drawing/2014/main" id="{2AC3E8F6-5A9A-55B0-D445-BD15FF323166}"/>
              </a:ext>
            </a:extLst>
          </p:cNvPr>
          <p:cNvSpPr txBox="1"/>
          <p:nvPr/>
        </p:nvSpPr>
        <p:spPr>
          <a:xfrm>
            <a:off x="8905897" y="19244965"/>
            <a:ext cx="8545315" cy="6124754"/>
          </a:xfrm>
          <a:prstGeom prst="rect">
            <a:avLst/>
          </a:prstGeom>
          <a:noFill/>
          <a:ln>
            <a:solidFill>
              <a:schemeClr val="tx1"/>
            </a:solidFill>
          </a:ln>
        </p:spPr>
        <p:txBody>
          <a:bodyPr wrap="square" rtlCol="0">
            <a:spAutoFit/>
          </a:bodyPr>
          <a:lstStyle/>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Data collection focuses on recording the navigation patterns and obstacle avoidance behaviors of the new algorithm against the existing within simulated environments in </a:t>
            </a:r>
            <a:r>
              <a:rPr lang="en-US" sz="2800" dirty="0" err="1">
                <a:latin typeface="Arial" panose="020B0604020202020204" pitchFamily="34" charset="0"/>
                <a:cs typeface="Arial" panose="020B0604020202020204" pitchFamily="34" charset="0"/>
              </a:rPr>
              <a:t>Webots</a:t>
            </a:r>
            <a:r>
              <a:rPr lang="en-US" sz="2800" dirty="0">
                <a:latin typeface="Arial" panose="020B0604020202020204" pitchFamily="34" charset="0"/>
                <a:cs typeface="Arial" panose="020B0604020202020204" pitchFamily="34" charset="0"/>
              </a:rPr>
              <a:t>. </a:t>
            </a:r>
          </a:p>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The goal of the new bug is to combine features pf the m-line and common-sense pattern to enhance its ability to optimize navigation.</a:t>
            </a:r>
          </a:p>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The data currently being recorded is theoretical complexity time and time/distance used.</a:t>
            </a:r>
          </a:p>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Once the comparative analysis is complete the effectiveness of this new approach relative to traditional bug algorithms will be more conclusively assessed. The current data results are displayed in Figure 4.</a:t>
            </a:r>
          </a:p>
        </p:txBody>
      </p:sp>
      <p:sp>
        <p:nvSpPr>
          <p:cNvPr id="29" name="TextBox 28">
            <a:extLst>
              <a:ext uri="{FF2B5EF4-FFF2-40B4-BE49-F238E27FC236}">
                <a16:creationId xmlns:a16="http://schemas.microsoft.com/office/drawing/2014/main" id="{F9A492FE-94BB-B4C7-79F4-155D2075A991}"/>
              </a:ext>
            </a:extLst>
          </p:cNvPr>
          <p:cNvSpPr txBox="1"/>
          <p:nvPr/>
        </p:nvSpPr>
        <p:spPr>
          <a:xfrm>
            <a:off x="17901156" y="25104027"/>
            <a:ext cx="6909436" cy="4524315"/>
          </a:xfrm>
          <a:prstGeom prst="rect">
            <a:avLst/>
          </a:prstGeom>
          <a:noFill/>
          <a:ln>
            <a:solidFill>
              <a:schemeClr val="tx1"/>
            </a:solidFill>
          </a:ln>
        </p:spPr>
        <p:txBody>
          <a:bodyPr wrap="square" rtlCol="0">
            <a:spAutoFit/>
          </a:bodyPr>
          <a:lstStyle/>
          <a:p>
            <a:r>
              <a:rPr lang="en-US" sz="2400" dirty="0">
                <a:latin typeface="Arial" panose="020B0604020202020204" pitchFamily="34" charset="0"/>
                <a:cs typeface="Arial" panose="020B0604020202020204" pitchFamily="34" charset="0"/>
              </a:rPr>
              <a:t>[1] McGuire, K.N., G.C.H.E. de Croon, and K. </a:t>
            </a:r>
            <a:r>
              <a:rPr lang="en-US" sz="2400" dirty="0" err="1">
                <a:latin typeface="Arial" panose="020B0604020202020204" pitchFamily="34" charset="0"/>
                <a:cs typeface="Arial" panose="020B0604020202020204" pitchFamily="34" charset="0"/>
              </a:rPr>
              <a:t>Tuyls</a:t>
            </a:r>
            <a:r>
              <a:rPr lang="en-US" sz="2400" dirty="0">
                <a:latin typeface="Arial" panose="020B0604020202020204" pitchFamily="34" charset="0"/>
                <a:cs typeface="Arial" panose="020B0604020202020204" pitchFamily="34" charset="0"/>
              </a:rPr>
              <a:t>. "A Comparative Study of Bug Algorithms for Robot Navigation." Robotics and Autonomous Systems 121. (2019). </a:t>
            </a:r>
          </a:p>
          <a:p>
            <a:r>
              <a:rPr lang="en-US" sz="2400" dirty="0">
                <a:latin typeface="Arial" panose="020B0604020202020204" pitchFamily="34" charset="0"/>
                <a:cs typeface="Arial" panose="020B0604020202020204" pitchFamily="34" charset="0"/>
              </a:rPr>
              <a:t>[2] </a:t>
            </a:r>
            <a:r>
              <a:rPr lang="en-US" sz="2400" dirty="0" err="1">
                <a:latin typeface="Arial" panose="020B0604020202020204" pitchFamily="34" charset="0"/>
                <a:cs typeface="Arial" panose="020B0604020202020204" pitchFamily="34" charset="0"/>
              </a:rPr>
              <a:t>Yufka</a:t>
            </a:r>
            <a:r>
              <a:rPr lang="en-US" sz="2400" dirty="0">
                <a:latin typeface="Arial" panose="020B0604020202020204" pitchFamily="34" charset="0"/>
                <a:cs typeface="Arial" panose="020B0604020202020204" pitchFamily="34" charset="0"/>
              </a:rPr>
              <a:t>, Alpaslan, and Osman </a:t>
            </a:r>
            <a:r>
              <a:rPr lang="en-US" sz="2400" dirty="0" err="1">
                <a:latin typeface="Arial" panose="020B0604020202020204" pitchFamily="34" charset="0"/>
                <a:cs typeface="Arial" panose="020B0604020202020204" pitchFamily="34" charset="0"/>
              </a:rPr>
              <a:t>Parlaktuna</a:t>
            </a:r>
            <a:r>
              <a:rPr lang="en-US" sz="2400" dirty="0">
                <a:latin typeface="Arial" panose="020B0604020202020204" pitchFamily="34" charset="0"/>
                <a:cs typeface="Arial" panose="020B0604020202020204" pitchFamily="34" charset="0"/>
              </a:rPr>
              <a:t>. "Performance Comparison of the BUG’s Algorithms for Mobile Robots." (2009)</a:t>
            </a:r>
          </a:p>
          <a:p>
            <a:r>
              <a:rPr lang="en-US" sz="2400" dirty="0">
                <a:latin typeface="Arial" panose="020B0604020202020204" pitchFamily="34" charset="0"/>
                <a:cs typeface="Arial" panose="020B0604020202020204" pitchFamily="34" charset="0"/>
              </a:rPr>
              <a:t>[3] J. </a:t>
            </a:r>
            <a:r>
              <a:rPr lang="en-US" sz="2400" dirty="0" err="1">
                <a:latin typeface="Arial" panose="020B0604020202020204" pitchFamily="34" charset="0"/>
                <a:cs typeface="Arial" panose="020B0604020202020204" pitchFamily="34" charset="0"/>
              </a:rPr>
              <a:t>Antich</a:t>
            </a:r>
            <a:r>
              <a:rPr lang="en-US" sz="2400" dirty="0">
                <a:latin typeface="Arial" panose="020B0604020202020204" pitchFamily="34" charset="0"/>
                <a:cs typeface="Arial" panose="020B0604020202020204" pitchFamily="34" charset="0"/>
              </a:rPr>
              <a:t>, A. Ortiz and J. </a:t>
            </a:r>
            <a:r>
              <a:rPr lang="en-US" sz="2400" dirty="0" err="1">
                <a:latin typeface="Arial" panose="020B0604020202020204" pitchFamily="34" charset="0"/>
                <a:cs typeface="Arial" panose="020B0604020202020204" pitchFamily="34" charset="0"/>
              </a:rPr>
              <a:t>Mínguez</a:t>
            </a:r>
            <a:r>
              <a:rPr lang="en-US" sz="2400" dirty="0">
                <a:latin typeface="Arial" panose="020B0604020202020204" pitchFamily="34" charset="0"/>
                <a:cs typeface="Arial" panose="020B0604020202020204" pitchFamily="34" charset="0"/>
              </a:rPr>
              <a:t>, "A Bug-inspired algorithm for efficient anytime path planning," 2009 IEEE/RSJ International Conference on Intelligent Robots and </a:t>
            </a:r>
            <a:r>
              <a:rPr lang="en-US" sz="2400" dirty="0" err="1">
                <a:latin typeface="Arial" panose="020B0604020202020204" pitchFamily="34" charset="0"/>
                <a:cs typeface="Arial" panose="020B0604020202020204" pitchFamily="34" charset="0"/>
              </a:rPr>
              <a:t>System.s</a:t>
            </a:r>
            <a:r>
              <a:rPr lang="en-US" sz="2400" dirty="0">
                <a:latin typeface="Arial" panose="020B0604020202020204" pitchFamily="34" charset="0"/>
                <a:cs typeface="Arial" panose="020B0604020202020204" pitchFamily="34" charset="0"/>
              </a:rPr>
              <a:t> (2009).</a:t>
            </a:r>
          </a:p>
        </p:txBody>
      </p:sp>
      <p:sp>
        <p:nvSpPr>
          <p:cNvPr id="31" name="TextBox 30">
            <a:extLst>
              <a:ext uri="{FF2B5EF4-FFF2-40B4-BE49-F238E27FC236}">
                <a16:creationId xmlns:a16="http://schemas.microsoft.com/office/drawing/2014/main" id="{9E47B15B-0F25-A13E-EFD4-2176DE26264F}"/>
              </a:ext>
            </a:extLst>
          </p:cNvPr>
          <p:cNvSpPr txBox="1"/>
          <p:nvPr/>
        </p:nvSpPr>
        <p:spPr>
          <a:xfrm>
            <a:off x="836651" y="12601688"/>
            <a:ext cx="7335278" cy="646331"/>
          </a:xfrm>
          <a:prstGeom prst="rect">
            <a:avLst/>
          </a:prstGeom>
          <a:solidFill>
            <a:srgbClr val="DAD8EC"/>
          </a:solidFill>
          <a:ln>
            <a:noFill/>
          </a:ln>
        </p:spPr>
        <p:txBody>
          <a:bodyPr wrap="square" rtlCol="0">
            <a:spAutoFit/>
          </a:bodyPr>
          <a:lstStyle/>
          <a:p>
            <a:pPr algn="ctr"/>
            <a:r>
              <a:rPr lang="en-US" sz="3600" b="1" dirty="0">
                <a:latin typeface="Arial" panose="020B0604020202020204" pitchFamily="34" charset="0"/>
                <a:cs typeface="Arial" panose="020B0604020202020204" pitchFamily="34" charset="0"/>
              </a:rPr>
              <a:t>Introduction &amp; Background</a:t>
            </a:r>
          </a:p>
        </p:txBody>
      </p:sp>
      <p:sp>
        <p:nvSpPr>
          <p:cNvPr id="32" name="TextBox 31">
            <a:extLst>
              <a:ext uri="{FF2B5EF4-FFF2-40B4-BE49-F238E27FC236}">
                <a16:creationId xmlns:a16="http://schemas.microsoft.com/office/drawing/2014/main" id="{51E8F3F6-5D3E-6A18-BD59-301F7C363D73}"/>
              </a:ext>
            </a:extLst>
          </p:cNvPr>
          <p:cNvSpPr txBox="1"/>
          <p:nvPr/>
        </p:nvSpPr>
        <p:spPr>
          <a:xfrm>
            <a:off x="8893754" y="18309129"/>
            <a:ext cx="8545315" cy="646331"/>
          </a:xfrm>
          <a:prstGeom prst="rect">
            <a:avLst/>
          </a:prstGeom>
          <a:solidFill>
            <a:srgbClr val="DAD8EC"/>
          </a:solidFill>
          <a:ln>
            <a:noFill/>
          </a:ln>
        </p:spPr>
        <p:txBody>
          <a:bodyPr wrap="square" rtlCol="0">
            <a:spAutoFit/>
          </a:bodyPr>
          <a:lstStyle/>
          <a:p>
            <a:pPr algn="ctr"/>
            <a:r>
              <a:rPr lang="en-US" sz="3600" b="1" dirty="0">
                <a:latin typeface="Arial" panose="020B0604020202020204" pitchFamily="34" charset="0"/>
                <a:cs typeface="Arial" panose="020B0604020202020204" pitchFamily="34" charset="0"/>
              </a:rPr>
              <a:t>Data and Results</a:t>
            </a:r>
          </a:p>
        </p:txBody>
      </p:sp>
      <p:sp>
        <p:nvSpPr>
          <p:cNvPr id="33" name="TextBox 32">
            <a:extLst>
              <a:ext uri="{FF2B5EF4-FFF2-40B4-BE49-F238E27FC236}">
                <a16:creationId xmlns:a16="http://schemas.microsoft.com/office/drawing/2014/main" id="{7A8A8E97-5411-919D-781C-F9FD8E1AAB76}"/>
              </a:ext>
            </a:extLst>
          </p:cNvPr>
          <p:cNvSpPr txBox="1"/>
          <p:nvPr/>
        </p:nvSpPr>
        <p:spPr>
          <a:xfrm>
            <a:off x="17901156" y="20299765"/>
            <a:ext cx="6904469" cy="646331"/>
          </a:xfrm>
          <a:prstGeom prst="rect">
            <a:avLst/>
          </a:prstGeom>
          <a:solidFill>
            <a:srgbClr val="DAD8EC"/>
          </a:solidFill>
          <a:ln>
            <a:noFill/>
          </a:ln>
        </p:spPr>
        <p:txBody>
          <a:bodyPr wrap="square" rtlCol="0">
            <a:spAutoFit/>
          </a:bodyPr>
          <a:lstStyle/>
          <a:p>
            <a:pPr algn="ctr"/>
            <a:r>
              <a:rPr lang="en-US" sz="3600" b="1" dirty="0">
                <a:latin typeface="Arial" panose="020B0604020202020204" pitchFamily="34" charset="0"/>
                <a:cs typeface="Arial" panose="020B0604020202020204" pitchFamily="34" charset="0"/>
              </a:rPr>
              <a:t>Acknowledgments</a:t>
            </a:r>
          </a:p>
        </p:txBody>
      </p:sp>
      <p:sp>
        <p:nvSpPr>
          <p:cNvPr id="34" name="TextBox 33">
            <a:extLst>
              <a:ext uri="{FF2B5EF4-FFF2-40B4-BE49-F238E27FC236}">
                <a16:creationId xmlns:a16="http://schemas.microsoft.com/office/drawing/2014/main" id="{1FCA6FB8-2343-3203-ABAD-8D584E15AA36}"/>
              </a:ext>
            </a:extLst>
          </p:cNvPr>
          <p:cNvSpPr txBox="1"/>
          <p:nvPr/>
        </p:nvSpPr>
        <p:spPr>
          <a:xfrm>
            <a:off x="17935832" y="24154604"/>
            <a:ext cx="6909436" cy="646331"/>
          </a:xfrm>
          <a:prstGeom prst="rect">
            <a:avLst/>
          </a:prstGeom>
          <a:solidFill>
            <a:srgbClr val="DAD8EC"/>
          </a:solidFill>
          <a:ln>
            <a:noFill/>
          </a:ln>
        </p:spPr>
        <p:txBody>
          <a:bodyPr wrap="square" rtlCol="0">
            <a:spAutoFit/>
          </a:bodyPr>
          <a:lstStyle/>
          <a:p>
            <a:pPr algn="ctr"/>
            <a:r>
              <a:rPr lang="en-US" sz="3600" b="1" dirty="0">
                <a:latin typeface="Arial" panose="020B0604020202020204" pitchFamily="34" charset="0"/>
                <a:cs typeface="Arial" panose="020B0604020202020204" pitchFamily="34" charset="0"/>
              </a:rPr>
              <a:t>References</a:t>
            </a:r>
          </a:p>
        </p:txBody>
      </p:sp>
      <p:sp>
        <p:nvSpPr>
          <p:cNvPr id="12" name="TextBox 11">
            <a:extLst>
              <a:ext uri="{FF2B5EF4-FFF2-40B4-BE49-F238E27FC236}">
                <a16:creationId xmlns:a16="http://schemas.microsoft.com/office/drawing/2014/main" id="{A5C2EF52-757C-905A-7255-A4F6B793BFC9}"/>
              </a:ext>
            </a:extLst>
          </p:cNvPr>
          <p:cNvSpPr txBox="1"/>
          <p:nvPr/>
        </p:nvSpPr>
        <p:spPr>
          <a:xfrm>
            <a:off x="17891655" y="13921205"/>
            <a:ext cx="6862778" cy="6124754"/>
          </a:xfrm>
          <a:prstGeom prst="rect">
            <a:avLst/>
          </a:prstGeom>
          <a:noFill/>
          <a:ln>
            <a:solidFill>
              <a:schemeClr val="tx1"/>
            </a:solidFill>
          </a:ln>
        </p:spPr>
        <p:txBody>
          <a:bodyPr wrap="square" rtlCol="0">
            <a:spAutoFit/>
          </a:bodyPr>
          <a:lstStyle/>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While the new algorithm has been demonstrated to be promising, further comparative testing is required to validate its advantages fully. </a:t>
            </a:r>
          </a:p>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Future work will focus on building new environments meant to trap the robot or delay its travel efficiency.</a:t>
            </a:r>
          </a:p>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There are plans to extend this research beyond simulations to physical robots, where more variable factors can challenge obstacle avoidance algorithms. </a:t>
            </a:r>
          </a:p>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Full results of this project are expected to finish in 1-2 months.</a:t>
            </a:r>
            <a:endParaRPr lang="en-US" sz="3200" dirty="0">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9C247D5F-9264-7729-31FF-3376C98CC7D5}"/>
              </a:ext>
            </a:extLst>
          </p:cNvPr>
          <p:cNvSpPr txBox="1"/>
          <p:nvPr/>
        </p:nvSpPr>
        <p:spPr>
          <a:xfrm>
            <a:off x="17935832" y="21173856"/>
            <a:ext cx="6869793" cy="2677656"/>
          </a:xfrm>
          <a:prstGeom prst="rect">
            <a:avLst/>
          </a:prstGeom>
          <a:noFill/>
          <a:ln>
            <a:solidFill>
              <a:schemeClr val="tx1"/>
            </a:solidFill>
          </a:ln>
        </p:spPr>
        <p:txBody>
          <a:bodyPr wrap="square" rtlCol="0">
            <a:spAutoFit/>
          </a:bodyPr>
          <a:lstStyle/>
          <a:p>
            <a:r>
              <a:rPr lang="en-US" sz="2400" dirty="0">
                <a:latin typeface="Arial" panose="020B0604020202020204" pitchFamily="34" charset="0"/>
                <a:cs typeface="Arial" panose="020B0604020202020204" pitchFamily="34" charset="0"/>
              </a:rPr>
              <a:t>The authors would like to acknowledge funding provided by the National Science Foundation CREST Center for Multidisciplinary Research Excellence in Cyber-Physical Infrastructure Systems (NSF Award No. 2112650) and the NSF Minority Serving Institute program (NSF Award No. 2318682).</a:t>
            </a:r>
          </a:p>
        </p:txBody>
      </p:sp>
      <p:sp>
        <p:nvSpPr>
          <p:cNvPr id="18" name="TextBox 17">
            <a:extLst>
              <a:ext uri="{FF2B5EF4-FFF2-40B4-BE49-F238E27FC236}">
                <a16:creationId xmlns:a16="http://schemas.microsoft.com/office/drawing/2014/main" id="{3FB5D4A8-0A23-EECD-8A20-EDDFD0D39B30}"/>
              </a:ext>
            </a:extLst>
          </p:cNvPr>
          <p:cNvSpPr txBox="1"/>
          <p:nvPr/>
        </p:nvSpPr>
        <p:spPr>
          <a:xfrm>
            <a:off x="9946815" y="11996796"/>
            <a:ext cx="6114190" cy="830997"/>
          </a:xfrm>
          <a:prstGeom prst="rect">
            <a:avLst/>
          </a:prstGeom>
          <a:noFill/>
        </p:spPr>
        <p:txBody>
          <a:bodyPr wrap="square" rtlCol="0">
            <a:spAutoFit/>
          </a:bodyPr>
          <a:lstStyle/>
          <a:p>
            <a:pPr algn="ctr"/>
            <a:r>
              <a:rPr lang="en-US" sz="2400" i="1" dirty="0">
                <a:latin typeface="Arial" panose="020B0604020202020204" pitchFamily="34" charset="0"/>
                <a:cs typeface="Arial" panose="020B0604020202020204" pitchFamily="34" charset="0"/>
              </a:rPr>
              <a:t>Figure 1: Rev 1 and Rev 2 respectively displaying an inefficient path [1].</a:t>
            </a:r>
          </a:p>
        </p:txBody>
      </p:sp>
      <p:sp>
        <p:nvSpPr>
          <p:cNvPr id="36" name="Rectangle 35">
            <a:extLst>
              <a:ext uri="{FF2B5EF4-FFF2-40B4-BE49-F238E27FC236}">
                <a16:creationId xmlns:a16="http://schemas.microsoft.com/office/drawing/2014/main" id="{DE66655B-7956-6CFB-A745-5A06C100EDC8}"/>
              </a:ext>
            </a:extLst>
          </p:cNvPr>
          <p:cNvSpPr/>
          <p:nvPr/>
        </p:nvSpPr>
        <p:spPr>
          <a:xfrm>
            <a:off x="16968703" y="43434088"/>
            <a:ext cx="3200400" cy="2057400"/>
          </a:xfrm>
          <a:prstGeom prst="rect">
            <a:avLst/>
          </a:prstGeom>
          <a:solidFill>
            <a:srgbClr val="DAD8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Affiliated Logos</a:t>
            </a:r>
          </a:p>
        </p:txBody>
      </p:sp>
      <p:pic>
        <p:nvPicPr>
          <p:cNvPr id="28" name="Picture 27" descr="A blue and gold logo&#10;&#10;Description automatically generated">
            <a:extLst>
              <a:ext uri="{FF2B5EF4-FFF2-40B4-BE49-F238E27FC236}">
                <a16:creationId xmlns:a16="http://schemas.microsoft.com/office/drawing/2014/main" id="{7C589BB1-1C86-59E3-641B-BC979D5ED3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4492" y="29325782"/>
            <a:ext cx="2339379" cy="2351598"/>
          </a:xfrm>
          <a:prstGeom prst="rect">
            <a:avLst/>
          </a:prstGeom>
        </p:spPr>
      </p:pic>
      <p:sp>
        <p:nvSpPr>
          <p:cNvPr id="37" name="TextBox 36">
            <a:extLst>
              <a:ext uri="{FF2B5EF4-FFF2-40B4-BE49-F238E27FC236}">
                <a16:creationId xmlns:a16="http://schemas.microsoft.com/office/drawing/2014/main" id="{CE520C13-8CAF-0826-F611-60AE8B73CF56}"/>
              </a:ext>
            </a:extLst>
          </p:cNvPr>
          <p:cNvSpPr txBox="1"/>
          <p:nvPr/>
        </p:nvSpPr>
        <p:spPr>
          <a:xfrm>
            <a:off x="3182043" y="29781531"/>
            <a:ext cx="2339379" cy="1754326"/>
          </a:xfrm>
          <a:prstGeom prst="rect">
            <a:avLst/>
          </a:prstGeom>
          <a:noFill/>
        </p:spPr>
        <p:txBody>
          <a:bodyPr wrap="square" rtlCol="0">
            <a:spAutoFit/>
          </a:bodyPr>
          <a:lstStyle/>
          <a:p>
            <a:r>
              <a:rPr lang="en-US" sz="3600" b="1" dirty="0"/>
              <a:t>N</a:t>
            </a:r>
            <a:r>
              <a:rPr lang="en-US" sz="3600" dirty="0"/>
              <a:t>ational </a:t>
            </a:r>
            <a:r>
              <a:rPr lang="en-US" sz="3600" b="1" dirty="0"/>
              <a:t>S</a:t>
            </a:r>
            <a:r>
              <a:rPr lang="en-US" sz="3600" dirty="0"/>
              <a:t>cience </a:t>
            </a:r>
            <a:r>
              <a:rPr lang="en-US" sz="3600" b="1" dirty="0"/>
              <a:t>F</a:t>
            </a:r>
            <a:r>
              <a:rPr lang="en-US" sz="3600" dirty="0"/>
              <a:t>oundation</a:t>
            </a:r>
          </a:p>
        </p:txBody>
      </p:sp>
      <p:pic>
        <p:nvPicPr>
          <p:cNvPr id="26" name="Picture 25">
            <a:extLst>
              <a:ext uri="{FF2B5EF4-FFF2-40B4-BE49-F238E27FC236}">
                <a16:creationId xmlns:a16="http://schemas.microsoft.com/office/drawing/2014/main" id="{B0D6BC38-27AE-8E9B-0884-ACB9C5105115}"/>
              </a:ext>
            </a:extLst>
          </p:cNvPr>
          <p:cNvPicPr>
            <a:picLocks noChangeAspect="1"/>
          </p:cNvPicPr>
          <p:nvPr/>
        </p:nvPicPr>
        <p:blipFill>
          <a:blip r:embed="rId3"/>
          <a:stretch>
            <a:fillRect/>
          </a:stretch>
        </p:blipFill>
        <p:spPr>
          <a:xfrm>
            <a:off x="5361377" y="29772620"/>
            <a:ext cx="3193618" cy="1763237"/>
          </a:xfrm>
          <a:prstGeom prst="rect">
            <a:avLst/>
          </a:prstGeom>
        </p:spPr>
      </p:pic>
      <p:pic>
        <p:nvPicPr>
          <p:cNvPr id="3" name="Picture 2">
            <a:extLst>
              <a:ext uri="{FF2B5EF4-FFF2-40B4-BE49-F238E27FC236}">
                <a16:creationId xmlns:a16="http://schemas.microsoft.com/office/drawing/2014/main" id="{B8B051AA-0B7F-1580-8202-FE074F2C2150}"/>
              </a:ext>
            </a:extLst>
          </p:cNvPr>
          <p:cNvPicPr>
            <a:picLocks noChangeAspect="1"/>
          </p:cNvPicPr>
          <p:nvPr/>
        </p:nvPicPr>
        <p:blipFill>
          <a:blip r:embed="rId4"/>
          <a:stretch>
            <a:fillRect/>
          </a:stretch>
        </p:blipFill>
        <p:spPr>
          <a:xfrm>
            <a:off x="17891655" y="6775845"/>
            <a:ext cx="6757273" cy="5215471"/>
          </a:xfrm>
          <a:prstGeom prst="rect">
            <a:avLst/>
          </a:prstGeom>
        </p:spPr>
      </p:pic>
      <p:sp>
        <p:nvSpPr>
          <p:cNvPr id="8" name="TextBox 7">
            <a:extLst>
              <a:ext uri="{FF2B5EF4-FFF2-40B4-BE49-F238E27FC236}">
                <a16:creationId xmlns:a16="http://schemas.microsoft.com/office/drawing/2014/main" id="{74FFF395-9509-164A-FB86-47566754B23E}"/>
              </a:ext>
            </a:extLst>
          </p:cNvPr>
          <p:cNvSpPr txBox="1"/>
          <p:nvPr/>
        </p:nvSpPr>
        <p:spPr>
          <a:xfrm>
            <a:off x="18213196" y="12106522"/>
            <a:ext cx="6114190" cy="830997"/>
          </a:xfrm>
          <a:prstGeom prst="rect">
            <a:avLst/>
          </a:prstGeom>
          <a:noFill/>
        </p:spPr>
        <p:txBody>
          <a:bodyPr wrap="square" rtlCol="0">
            <a:spAutoFit/>
          </a:bodyPr>
          <a:lstStyle/>
          <a:p>
            <a:pPr algn="ctr"/>
            <a:r>
              <a:rPr lang="en-US" sz="2400" i="1" dirty="0">
                <a:latin typeface="Arial" panose="020B0604020202020204" pitchFamily="34" charset="0"/>
                <a:cs typeface="Arial" panose="020B0604020202020204" pitchFamily="34" charset="0"/>
              </a:rPr>
              <a:t>Figure 3: A state diagram of the proposed algorithm.</a:t>
            </a:r>
          </a:p>
        </p:txBody>
      </p:sp>
      <p:pic>
        <p:nvPicPr>
          <p:cNvPr id="10" name="Picture 9">
            <a:extLst>
              <a:ext uri="{FF2B5EF4-FFF2-40B4-BE49-F238E27FC236}">
                <a16:creationId xmlns:a16="http://schemas.microsoft.com/office/drawing/2014/main" id="{B1931DED-F197-AC62-1B91-49265E17300B}"/>
              </a:ext>
            </a:extLst>
          </p:cNvPr>
          <p:cNvPicPr>
            <a:picLocks noChangeAspect="1"/>
          </p:cNvPicPr>
          <p:nvPr/>
        </p:nvPicPr>
        <p:blipFill>
          <a:blip r:embed="rId5"/>
          <a:stretch>
            <a:fillRect/>
          </a:stretch>
        </p:blipFill>
        <p:spPr>
          <a:xfrm>
            <a:off x="9266662" y="6884798"/>
            <a:ext cx="7560604" cy="4806617"/>
          </a:xfrm>
          <a:prstGeom prst="rect">
            <a:avLst/>
          </a:prstGeom>
        </p:spPr>
      </p:pic>
      <p:pic>
        <p:nvPicPr>
          <p:cNvPr id="11" name="Picture 10">
            <a:extLst>
              <a:ext uri="{FF2B5EF4-FFF2-40B4-BE49-F238E27FC236}">
                <a16:creationId xmlns:a16="http://schemas.microsoft.com/office/drawing/2014/main" id="{BB881A92-3EA5-E9D2-F5D6-A24AA8B2D885}"/>
              </a:ext>
            </a:extLst>
          </p:cNvPr>
          <p:cNvPicPr>
            <a:picLocks noChangeAspect="1"/>
          </p:cNvPicPr>
          <p:nvPr/>
        </p:nvPicPr>
        <p:blipFill>
          <a:blip r:embed="rId6"/>
          <a:stretch>
            <a:fillRect/>
          </a:stretch>
        </p:blipFill>
        <p:spPr>
          <a:xfrm>
            <a:off x="10201275" y="13186862"/>
            <a:ext cx="5200650" cy="4200196"/>
          </a:xfrm>
          <a:prstGeom prst="rect">
            <a:avLst/>
          </a:prstGeom>
        </p:spPr>
      </p:pic>
      <p:sp>
        <p:nvSpPr>
          <p:cNvPr id="15" name="TextBox 14">
            <a:extLst>
              <a:ext uri="{FF2B5EF4-FFF2-40B4-BE49-F238E27FC236}">
                <a16:creationId xmlns:a16="http://schemas.microsoft.com/office/drawing/2014/main" id="{28E6D701-CF42-7BCA-0C0D-2D0CE101495C}"/>
              </a:ext>
            </a:extLst>
          </p:cNvPr>
          <p:cNvSpPr txBox="1"/>
          <p:nvPr/>
        </p:nvSpPr>
        <p:spPr>
          <a:xfrm>
            <a:off x="9782006" y="17662403"/>
            <a:ext cx="6039187" cy="461665"/>
          </a:xfrm>
          <a:prstGeom prst="rect">
            <a:avLst/>
          </a:prstGeom>
          <a:noFill/>
        </p:spPr>
        <p:txBody>
          <a:bodyPr wrap="square" rtlCol="0">
            <a:spAutoFit/>
          </a:bodyPr>
          <a:lstStyle/>
          <a:p>
            <a:pPr algn="ctr"/>
            <a:r>
              <a:rPr lang="en-US" sz="2400" i="1" dirty="0">
                <a:latin typeface="Arial" panose="020B0604020202020204" pitchFamily="34" charset="0"/>
                <a:cs typeface="Arial" panose="020B0604020202020204" pitchFamily="34" charset="0"/>
              </a:rPr>
              <a:t>Figure 2: A </a:t>
            </a:r>
            <a:r>
              <a:rPr lang="en-US" sz="2400" i="1" dirty="0" err="1">
                <a:latin typeface="Arial" panose="020B0604020202020204" pitchFamily="34" charset="0"/>
                <a:cs typeface="Arial" panose="020B0604020202020204" pitchFamily="34" charset="0"/>
              </a:rPr>
              <a:t>Webots</a:t>
            </a:r>
            <a:r>
              <a:rPr lang="en-US" sz="2400" i="1" dirty="0">
                <a:latin typeface="Arial" panose="020B0604020202020204" pitchFamily="34" charset="0"/>
                <a:cs typeface="Arial" panose="020B0604020202020204" pitchFamily="34" charset="0"/>
              </a:rPr>
              <a:t> simulation</a:t>
            </a:r>
          </a:p>
        </p:txBody>
      </p:sp>
      <p:pic>
        <p:nvPicPr>
          <p:cNvPr id="9" name="Picture 8" descr="A black and white sign&#10;&#10;Description automatically generated with low confidence">
            <a:extLst>
              <a:ext uri="{FF2B5EF4-FFF2-40B4-BE49-F238E27FC236}">
                <a16:creationId xmlns:a16="http://schemas.microsoft.com/office/drawing/2014/main" id="{75031C41-1060-CC7C-A719-046A912E9D1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74492" y="2099388"/>
            <a:ext cx="6283694" cy="3624013"/>
          </a:xfrm>
          <a:prstGeom prst="rect">
            <a:avLst/>
          </a:prstGeom>
        </p:spPr>
      </p:pic>
    </p:spTree>
    <p:extLst>
      <p:ext uri="{BB962C8B-B14F-4D97-AF65-F5344CB8AC3E}">
        <p14:creationId xmlns:p14="http://schemas.microsoft.com/office/powerpoint/2010/main" val="34902920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3105</TotalTime>
  <Words>655</Words>
  <Application>Microsoft Office PowerPoint</Application>
  <PresentationFormat>Custom</PresentationFormat>
  <Paragraphs>40</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Danna Capitanachi Avila</dc:creator>
  <cp:lastModifiedBy>Izabella Valero</cp:lastModifiedBy>
  <cp:revision>15</cp:revision>
  <dcterms:created xsi:type="dcterms:W3CDTF">2023-10-26T20:23:21Z</dcterms:created>
  <dcterms:modified xsi:type="dcterms:W3CDTF">2025-02-10T06:23:20Z</dcterms:modified>
</cp:coreProperties>
</file>