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</p:sldIdLst>
  <p:sldSz cx="25603200" cy="32918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AD8EC"/>
    <a:srgbClr val="ACA8D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AF158B8-7B16-4546-9638-AB521CDDC32C}" v="5" dt="2025-02-13T00:56:13.04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939" autoAdjust="0"/>
    <p:restoredTop sz="96979" autoAdjust="0"/>
  </p:normalViewPr>
  <p:slideViewPr>
    <p:cSldViewPr snapToGrid="0">
      <p:cViewPr>
        <p:scale>
          <a:sx n="28" d="100"/>
          <a:sy n="28" d="100"/>
        </p:scale>
        <p:origin x="1812" y="-83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zabella Valero" userId="3412f74f-dd31-45a1-9f55-3413223a539e" providerId="ADAL" clId="{5AF158B8-7B16-4546-9638-AB521CDDC32C}"/>
    <pc:docChg chg="undo custSel modSld">
      <pc:chgData name="Izabella Valero" userId="3412f74f-dd31-45a1-9f55-3413223a539e" providerId="ADAL" clId="{5AF158B8-7B16-4546-9638-AB521CDDC32C}" dt="2025-02-13T01:04:58.294" v="990" actId="1076"/>
      <pc:docMkLst>
        <pc:docMk/>
      </pc:docMkLst>
      <pc:sldChg chg="addSp delSp modSp mod">
        <pc:chgData name="Izabella Valero" userId="3412f74f-dd31-45a1-9f55-3413223a539e" providerId="ADAL" clId="{5AF158B8-7B16-4546-9638-AB521CDDC32C}" dt="2025-02-13T01:04:58.294" v="990" actId="1076"/>
        <pc:sldMkLst>
          <pc:docMk/>
          <pc:sldMk cId="349029201" sldId="256"/>
        </pc:sldMkLst>
        <pc:spChg chg="mod">
          <ac:chgData name="Izabella Valero" userId="3412f74f-dd31-45a1-9f55-3413223a539e" providerId="ADAL" clId="{5AF158B8-7B16-4546-9638-AB521CDDC32C}" dt="2025-02-12T21:36:40.840" v="470" actId="1076"/>
          <ac:spMkLst>
            <pc:docMk/>
            <pc:sldMk cId="349029201" sldId="256"/>
            <ac:spMk id="5" creationId="{E45B8987-A5B8-EC3C-2A72-EBA2D78717FB}"/>
          </ac:spMkLst>
        </pc:spChg>
        <pc:spChg chg="mod">
          <ac:chgData name="Izabella Valero" userId="3412f74f-dd31-45a1-9f55-3413223a539e" providerId="ADAL" clId="{5AF158B8-7B16-4546-9638-AB521CDDC32C}" dt="2025-02-12T22:03:10.876" v="485" actId="1076"/>
          <ac:spMkLst>
            <pc:docMk/>
            <pc:sldMk cId="349029201" sldId="256"/>
            <ac:spMk id="6" creationId="{B8CF645D-CDDA-D96F-2706-C9359EA8EC5E}"/>
          </ac:spMkLst>
        </pc:spChg>
        <pc:spChg chg="mod">
          <ac:chgData name="Izabella Valero" userId="3412f74f-dd31-45a1-9f55-3413223a539e" providerId="ADAL" clId="{5AF158B8-7B16-4546-9638-AB521CDDC32C}" dt="2025-02-12T22:02:21.646" v="474" actId="1076"/>
          <ac:spMkLst>
            <pc:docMk/>
            <pc:sldMk cId="349029201" sldId="256"/>
            <ac:spMk id="7" creationId="{28F4A103-1DAA-98A4-8499-85E720EA85CD}"/>
          </ac:spMkLst>
        </pc:spChg>
        <pc:spChg chg="mod">
          <ac:chgData name="Izabella Valero" userId="3412f74f-dd31-45a1-9f55-3413223a539e" providerId="ADAL" clId="{5AF158B8-7B16-4546-9638-AB521CDDC32C}" dt="2025-02-13T01:04:33.213" v="983" actId="1076"/>
          <ac:spMkLst>
            <pc:docMk/>
            <pc:sldMk cId="349029201" sldId="256"/>
            <ac:spMk id="8" creationId="{74FFF395-9509-164A-FB86-47566754B23E}"/>
          </ac:spMkLst>
        </pc:spChg>
        <pc:spChg chg="mod">
          <ac:chgData name="Izabella Valero" userId="3412f74f-dd31-45a1-9f55-3413223a539e" providerId="ADAL" clId="{5AF158B8-7B16-4546-9638-AB521CDDC32C}" dt="2025-02-13T01:01:36.096" v="956" actId="20577"/>
          <ac:spMkLst>
            <pc:docMk/>
            <pc:sldMk cId="349029201" sldId="256"/>
            <ac:spMk id="12" creationId="{A5C2EF52-757C-905A-7255-A4F6B793BFC9}"/>
          </ac:spMkLst>
        </pc:spChg>
        <pc:spChg chg="mod">
          <ac:chgData name="Izabella Valero" userId="3412f74f-dd31-45a1-9f55-3413223a539e" providerId="ADAL" clId="{5AF158B8-7B16-4546-9638-AB521CDDC32C}" dt="2025-02-13T01:01:51.304" v="957" actId="1076"/>
          <ac:spMkLst>
            <pc:docMk/>
            <pc:sldMk cId="349029201" sldId="256"/>
            <ac:spMk id="13" creationId="{9C247D5F-9264-7729-31FF-3376C98CC7D5}"/>
          </ac:spMkLst>
        </pc:spChg>
        <pc:spChg chg="mod">
          <ac:chgData name="Izabella Valero" userId="3412f74f-dd31-45a1-9f55-3413223a539e" providerId="ADAL" clId="{5AF158B8-7B16-4546-9638-AB521CDDC32C}" dt="2025-02-13T01:00:43.960" v="943" actId="20577"/>
          <ac:spMkLst>
            <pc:docMk/>
            <pc:sldMk cId="349029201" sldId="256"/>
            <ac:spMk id="15" creationId="{28E6D701-CF42-7BCA-0C0D-2D0CE101495C}"/>
          </ac:spMkLst>
        </pc:spChg>
        <pc:spChg chg="mod">
          <ac:chgData name="Izabella Valero" userId="3412f74f-dd31-45a1-9f55-3413223a539e" providerId="ADAL" clId="{5AF158B8-7B16-4546-9638-AB521CDDC32C}" dt="2025-02-13T01:04:58.294" v="990" actId="1076"/>
          <ac:spMkLst>
            <pc:docMk/>
            <pc:sldMk cId="349029201" sldId="256"/>
            <ac:spMk id="18" creationId="{3FB5D4A8-0A23-EECD-8A20-EDDFD0D39B30}"/>
          </ac:spMkLst>
        </pc:spChg>
        <pc:spChg chg="mod">
          <ac:chgData name="Izabella Valero" userId="3412f74f-dd31-45a1-9f55-3413223a539e" providerId="ADAL" clId="{5AF158B8-7B16-4546-9638-AB521CDDC32C}" dt="2025-02-12T22:05:45.607" v="514" actId="14100"/>
          <ac:spMkLst>
            <pc:docMk/>
            <pc:sldMk cId="349029201" sldId="256"/>
            <ac:spMk id="20" creationId="{016CFA2A-453D-FD0D-A476-75EF338EC614}"/>
          </ac:spMkLst>
        </pc:spChg>
        <pc:spChg chg="mod">
          <ac:chgData name="Izabella Valero" userId="3412f74f-dd31-45a1-9f55-3413223a539e" providerId="ADAL" clId="{5AF158B8-7B16-4546-9638-AB521CDDC32C}" dt="2025-02-12T22:03:03.322" v="484" actId="1076"/>
          <ac:spMkLst>
            <pc:docMk/>
            <pc:sldMk cId="349029201" sldId="256"/>
            <ac:spMk id="21" creationId="{8D986495-8CCA-90D8-09E9-42CDEF5CA457}"/>
          </ac:spMkLst>
        </pc:spChg>
        <pc:spChg chg="mod">
          <ac:chgData name="Izabella Valero" userId="3412f74f-dd31-45a1-9f55-3413223a539e" providerId="ADAL" clId="{5AF158B8-7B16-4546-9638-AB521CDDC32C}" dt="2025-02-12T22:05:59.471" v="516" actId="14100"/>
          <ac:spMkLst>
            <pc:docMk/>
            <pc:sldMk cId="349029201" sldId="256"/>
            <ac:spMk id="22" creationId="{2E0C1928-8342-9FDD-B027-36280498FCD3}"/>
          </ac:spMkLst>
        </pc:spChg>
        <pc:spChg chg="mod">
          <ac:chgData name="Izabella Valero" userId="3412f74f-dd31-45a1-9f55-3413223a539e" providerId="ADAL" clId="{5AF158B8-7B16-4546-9638-AB521CDDC32C}" dt="2025-02-12T22:06:25.739" v="520" actId="14100"/>
          <ac:spMkLst>
            <pc:docMk/>
            <pc:sldMk cId="349029201" sldId="256"/>
            <ac:spMk id="23" creationId="{2434BB2E-17EE-6979-4E49-9BCDCD77D68D}"/>
          </ac:spMkLst>
        </pc:spChg>
        <pc:spChg chg="mod">
          <ac:chgData name="Izabella Valero" userId="3412f74f-dd31-45a1-9f55-3413223a539e" providerId="ADAL" clId="{5AF158B8-7B16-4546-9638-AB521CDDC32C}" dt="2025-02-12T22:06:07.837" v="517" actId="1076"/>
          <ac:spMkLst>
            <pc:docMk/>
            <pc:sldMk cId="349029201" sldId="256"/>
            <ac:spMk id="24" creationId="{2EF1C75C-6341-D0BE-A4AD-48335FB7DFF0}"/>
          </ac:spMkLst>
        </pc:spChg>
        <pc:spChg chg="mod">
          <ac:chgData name="Izabella Valero" userId="3412f74f-dd31-45a1-9f55-3413223a539e" providerId="ADAL" clId="{5AF158B8-7B16-4546-9638-AB521CDDC32C}" dt="2025-02-13T00:40:22.908" v="866" actId="1076"/>
          <ac:spMkLst>
            <pc:docMk/>
            <pc:sldMk cId="349029201" sldId="256"/>
            <ac:spMk id="25" creationId="{9EE0D7CD-52A2-8FFF-8EDD-59EFB8C37F54}"/>
          </ac:spMkLst>
        </pc:spChg>
        <pc:spChg chg="mod">
          <ac:chgData name="Izabella Valero" userId="3412f74f-dd31-45a1-9f55-3413223a539e" providerId="ADAL" clId="{5AF158B8-7B16-4546-9638-AB521CDDC32C}" dt="2025-02-13T00:40:22.908" v="866" actId="1076"/>
          <ac:spMkLst>
            <pc:docMk/>
            <pc:sldMk cId="349029201" sldId="256"/>
            <ac:spMk id="27" creationId="{2AC3E8F6-5A9A-55B0-D445-BD15FF323166}"/>
          </ac:spMkLst>
        </pc:spChg>
        <pc:spChg chg="mod">
          <ac:chgData name="Izabella Valero" userId="3412f74f-dd31-45a1-9f55-3413223a539e" providerId="ADAL" clId="{5AF158B8-7B16-4546-9638-AB521CDDC32C}" dt="2025-02-13T01:01:51.304" v="957" actId="1076"/>
          <ac:spMkLst>
            <pc:docMk/>
            <pc:sldMk cId="349029201" sldId="256"/>
            <ac:spMk id="29" creationId="{F9A492FE-94BB-B4C7-79F4-155D2075A991}"/>
          </ac:spMkLst>
        </pc:spChg>
        <pc:spChg chg="mod">
          <ac:chgData name="Izabella Valero" userId="3412f74f-dd31-45a1-9f55-3413223a539e" providerId="ADAL" clId="{5AF158B8-7B16-4546-9638-AB521CDDC32C}" dt="2025-02-12T22:05:19.137" v="511" actId="1076"/>
          <ac:spMkLst>
            <pc:docMk/>
            <pc:sldMk cId="349029201" sldId="256"/>
            <ac:spMk id="31" creationId="{9E47B15B-0F25-A13E-EFD4-2176DE26264F}"/>
          </ac:spMkLst>
        </pc:spChg>
        <pc:spChg chg="mod">
          <ac:chgData name="Izabella Valero" userId="3412f74f-dd31-45a1-9f55-3413223a539e" providerId="ADAL" clId="{5AF158B8-7B16-4546-9638-AB521CDDC32C}" dt="2025-02-13T00:40:22.908" v="866" actId="1076"/>
          <ac:spMkLst>
            <pc:docMk/>
            <pc:sldMk cId="349029201" sldId="256"/>
            <ac:spMk id="32" creationId="{51E8F3F6-5D3E-6A18-BD59-301F7C363D73}"/>
          </ac:spMkLst>
        </pc:spChg>
        <pc:spChg chg="mod">
          <ac:chgData name="Izabella Valero" userId="3412f74f-dd31-45a1-9f55-3413223a539e" providerId="ADAL" clId="{5AF158B8-7B16-4546-9638-AB521CDDC32C}" dt="2025-02-13T01:01:51.304" v="957" actId="1076"/>
          <ac:spMkLst>
            <pc:docMk/>
            <pc:sldMk cId="349029201" sldId="256"/>
            <ac:spMk id="33" creationId="{7A8A8E97-5411-919D-781C-F9FD8E1AAB76}"/>
          </ac:spMkLst>
        </pc:spChg>
        <pc:spChg chg="mod">
          <ac:chgData name="Izabella Valero" userId="3412f74f-dd31-45a1-9f55-3413223a539e" providerId="ADAL" clId="{5AF158B8-7B16-4546-9638-AB521CDDC32C}" dt="2025-02-13T01:01:51.304" v="957" actId="1076"/>
          <ac:spMkLst>
            <pc:docMk/>
            <pc:sldMk cId="349029201" sldId="256"/>
            <ac:spMk id="34" creationId="{1FCA6FB8-2343-3203-ABAD-8D584E15AA36}"/>
          </ac:spMkLst>
        </pc:spChg>
        <pc:spChg chg="mod">
          <ac:chgData name="Izabella Valero" userId="3412f74f-dd31-45a1-9f55-3413223a539e" providerId="ADAL" clId="{5AF158B8-7B16-4546-9638-AB521CDDC32C}" dt="2025-02-12T22:04:01.171" v="491" actId="1076"/>
          <ac:spMkLst>
            <pc:docMk/>
            <pc:sldMk cId="349029201" sldId="256"/>
            <ac:spMk id="37" creationId="{CE520C13-8CAF-0826-F611-60AE8B73CF56}"/>
          </ac:spMkLst>
        </pc:spChg>
        <pc:spChg chg="add mod">
          <ac:chgData name="Izabella Valero" userId="3412f74f-dd31-45a1-9f55-3413223a539e" providerId="ADAL" clId="{5AF158B8-7B16-4546-9638-AB521CDDC32C}" dt="2025-02-13T01:00:34.027" v="941" actId="1076"/>
          <ac:spMkLst>
            <pc:docMk/>
            <pc:sldMk cId="349029201" sldId="256"/>
            <ac:spMk id="38" creationId="{CE838CFE-AA50-77CD-9116-C87030C812A2}"/>
          </ac:spMkLst>
        </pc:spChg>
        <pc:spChg chg="add mod">
          <ac:chgData name="Izabella Valero" userId="3412f74f-dd31-45a1-9f55-3413223a539e" providerId="ADAL" clId="{5AF158B8-7B16-4546-9638-AB521CDDC32C}" dt="2025-02-13T00:57:47.588" v="914" actId="1076"/>
          <ac:spMkLst>
            <pc:docMk/>
            <pc:sldMk cId="349029201" sldId="256"/>
            <ac:spMk id="41" creationId="{A69E755D-0467-5707-E8A6-922F9ADDBAB7}"/>
          </ac:spMkLst>
        </pc:spChg>
        <pc:spChg chg="add mod">
          <ac:chgData name="Izabella Valero" userId="3412f74f-dd31-45a1-9f55-3413223a539e" providerId="ADAL" clId="{5AF158B8-7B16-4546-9638-AB521CDDC32C}" dt="2025-02-13T01:01:30.928" v="955" actId="20577"/>
          <ac:spMkLst>
            <pc:docMk/>
            <pc:sldMk cId="349029201" sldId="256"/>
            <ac:spMk id="48" creationId="{279C7402-759A-AA59-2ADB-E726264D1259}"/>
          </ac:spMkLst>
        </pc:spChg>
        <pc:spChg chg="add mod">
          <ac:chgData name="Izabella Valero" userId="3412f74f-dd31-45a1-9f55-3413223a539e" providerId="ADAL" clId="{5AF158B8-7B16-4546-9638-AB521CDDC32C}" dt="2025-02-13T00:58:05.211" v="916" actId="1076"/>
          <ac:spMkLst>
            <pc:docMk/>
            <pc:sldMk cId="349029201" sldId="256"/>
            <ac:spMk id="49" creationId="{65012B46-FFA1-DFD1-E9A0-3BE8F38A9C0A}"/>
          </ac:spMkLst>
        </pc:spChg>
        <pc:picChg chg="mod">
          <ac:chgData name="Izabella Valero" userId="3412f74f-dd31-45a1-9f55-3413223a539e" providerId="ADAL" clId="{5AF158B8-7B16-4546-9638-AB521CDDC32C}" dt="2025-02-13T01:04:35.244" v="984" actId="1076"/>
          <ac:picMkLst>
            <pc:docMk/>
            <pc:sldMk cId="349029201" sldId="256"/>
            <ac:picMk id="3" creationId="{B8B051AA-0B7F-1580-8202-FE074F2C2150}"/>
          </ac:picMkLst>
        </pc:picChg>
        <pc:picChg chg="mod">
          <ac:chgData name="Izabella Valero" userId="3412f74f-dd31-45a1-9f55-3413223a539e" providerId="ADAL" clId="{5AF158B8-7B16-4546-9638-AB521CDDC32C}" dt="2025-02-13T01:04:46.216" v="987" actId="1076"/>
          <ac:picMkLst>
            <pc:docMk/>
            <pc:sldMk cId="349029201" sldId="256"/>
            <ac:picMk id="10" creationId="{B1931DED-F197-AC62-1B91-49265E17300B}"/>
          </ac:picMkLst>
        </pc:picChg>
        <pc:picChg chg="add mod">
          <ac:chgData name="Izabella Valero" userId="3412f74f-dd31-45a1-9f55-3413223a539e" providerId="ADAL" clId="{5AF158B8-7B16-4546-9638-AB521CDDC32C}" dt="2025-02-13T00:57:47.588" v="914" actId="1076"/>
          <ac:picMkLst>
            <pc:docMk/>
            <pc:sldMk cId="349029201" sldId="256"/>
            <ac:picMk id="11" creationId="{0CBA74B9-20BE-8351-483D-3DE38D959293}"/>
          </ac:picMkLst>
        </pc:picChg>
        <pc:picChg chg="del mod">
          <ac:chgData name="Izabella Valero" userId="3412f74f-dd31-45a1-9f55-3413223a539e" providerId="ADAL" clId="{5AF158B8-7B16-4546-9638-AB521CDDC32C}" dt="2025-02-12T21:34:32.512" v="442" actId="478"/>
          <ac:picMkLst>
            <pc:docMk/>
            <pc:sldMk cId="349029201" sldId="256"/>
            <ac:picMk id="11" creationId="{BB881A92-3EA5-E9D2-F5D6-A24AA8B2D885}"/>
          </ac:picMkLst>
        </pc:picChg>
        <pc:picChg chg="add del mod modCrop">
          <ac:chgData name="Izabella Valero" userId="3412f74f-dd31-45a1-9f55-3413223a539e" providerId="ADAL" clId="{5AF158B8-7B16-4546-9638-AB521CDDC32C}" dt="2025-02-13T00:58:05.211" v="916" actId="1076"/>
          <ac:picMkLst>
            <pc:docMk/>
            <pc:sldMk cId="349029201" sldId="256"/>
            <ac:picMk id="14" creationId="{69BCF241-E492-FEEB-FDFD-E6080BB46BB0}"/>
          </ac:picMkLst>
        </pc:picChg>
        <pc:picChg chg="add del mod">
          <ac:chgData name="Izabella Valero" userId="3412f74f-dd31-45a1-9f55-3413223a539e" providerId="ADAL" clId="{5AF158B8-7B16-4546-9638-AB521CDDC32C}" dt="2025-02-12T21:22:22.213" v="227" actId="478"/>
          <ac:picMkLst>
            <pc:docMk/>
            <pc:sldMk cId="349029201" sldId="256"/>
            <ac:picMk id="14" creationId="{84C0C39D-668C-A45E-54EC-3E948EA6A116}"/>
          </ac:picMkLst>
        </pc:picChg>
        <pc:picChg chg="add mod modCrop">
          <ac:chgData name="Izabella Valero" userId="3412f74f-dd31-45a1-9f55-3413223a539e" providerId="ADAL" clId="{5AF158B8-7B16-4546-9638-AB521CDDC32C}" dt="2025-02-13T01:04:02.865" v="974" actId="1076"/>
          <ac:picMkLst>
            <pc:docMk/>
            <pc:sldMk cId="349029201" sldId="256"/>
            <ac:picMk id="16" creationId="{E27DE0B1-D2DB-10E7-EBA2-BE89642A582B}"/>
          </ac:picMkLst>
        </pc:picChg>
        <pc:picChg chg="add mod modCrop">
          <ac:chgData name="Izabella Valero" userId="3412f74f-dd31-45a1-9f55-3413223a539e" providerId="ADAL" clId="{5AF158B8-7B16-4546-9638-AB521CDDC32C}" dt="2025-02-13T01:04:02.865" v="974" actId="1076"/>
          <ac:picMkLst>
            <pc:docMk/>
            <pc:sldMk cId="349029201" sldId="256"/>
            <ac:picMk id="19" creationId="{D46AAC2F-75F6-9725-3045-54DE5B21E1D0}"/>
          </ac:picMkLst>
        </pc:picChg>
        <pc:picChg chg="mod">
          <ac:chgData name="Izabella Valero" userId="3412f74f-dd31-45a1-9f55-3413223a539e" providerId="ADAL" clId="{5AF158B8-7B16-4546-9638-AB521CDDC32C}" dt="2025-02-12T22:04:12.588" v="493" actId="1076"/>
          <ac:picMkLst>
            <pc:docMk/>
            <pc:sldMk cId="349029201" sldId="256"/>
            <ac:picMk id="26" creationId="{B0D6BC38-27AE-8E9B-0884-ACB9C5105115}"/>
          </ac:picMkLst>
        </pc:picChg>
        <pc:picChg chg="mod">
          <ac:chgData name="Izabella Valero" userId="3412f74f-dd31-45a1-9f55-3413223a539e" providerId="ADAL" clId="{5AF158B8-7B16-4546-9638-AB521CDDC32C}" dt="2025-02-12T22:04:01.171" v="491" actId="1076"/>
          <ac:picMkLst>
            <pc:docMk/>
            <pc:sldMk cId="349029201" sldId="256"/>
            <ac:picMk id="28" creationId="{7C589BB1-1C86-59E3-641B-BC979D5ED347}"/>
          </ac:picMkLst>
        </pc:picChg>
        <pc:picChg chg="add del">
          <ac:chgData name="Izabella Valero" userId="3412f74f-dd31-45a1-9f55-3413223a539e" providerId="ADAL" clId="{5AF158B8-7B16-4546-9638-AB521CDDC32C}" dt="2025-02-12T22:26:31.146" v="685" actId="478"/>
          <ac:picMkLst>
            <pc:docMk/>
            <pc:sldMk cId="349029201" sldId="256"/>
            <ac:picMk id="30" creationId="{560608E9-95BB-7AC5-08C3-DED1DBFF3686}"/>
          </ac:picMkLst>
        </pc:picChg>
        <pc:picChg chg="add mod modCrop">
          <ac:chgData name="Izabella Valero" userId="3412f74f-dd31-45a1-9f55-3413223a539e" providerId="ADAL" clId="{5AF158B8-7B16-4546-9638-AB521CDDC32C}" dt="2025-02-13T01:04:02.865" v="974" actId="1076"/>
          <ac:picMkLst>
            <pc:docMk/>
            <pc:sldMk cId="349029201" sldId="256"/>
            <ac:picMk id="35" creationId="{14F6EF62-86FD-BC01-CEA7-FFD77014C912}"/>
          </ac:picMkLst>
        </pc:picChg>
        <pc:picChg chg="add del">
          <ac:chgData name="Izabella Valero" userId="3412f74f-dd31-45a1-9f55-3413223a539e" providerId="ADAL" clId="{5AF158B8-7B16-4546-9638-AB521CDDC32C}" dt="2025-02-12T22:26:35.859" v="687" actId="21"/>
          <ac:picMkLst>
            <pc:docMk/>
            <pc:sldMk cId="349029201" sldId="256"/>
            <ac:picMk id="40" creationId="{7F647CE0-2356-F3A8-2071-2A985B8BBCDC}"/>
          </ac:picMkLst>
        </pc:picChg>
        <pc:picChg chg="add mod modCrop">
          <ac:chgData name="Izabella Valero" userId="3412f74f-dd31-45a1-9f55-3413223a539e" providerId="ADAL" clId="{5AF158B8-7B16-4546-9638-AB521CDDC32C}" dt="2025-02-13T01:02:03.188" v="958" actId="14100"/>
          <ac:picMkLst>
            <pc:docMk/>
            <pc:sldMk cId="349029201" sldId="256"/>
            <ac:picMk id="43" creationId="{888F7A2C-C3C9-9249-472B-4375B6C53657}"/>
          </ac:picMkLst>
        </pc:picChg>
        <pc:picChg chg="add mod">
          <ac:chgData name="Izabella Valero" userId="3412f74f-dd31-45a1-9f55-3413223a539e" providerId="ADAL" clId="{5AF158B8-7B16-4546-9638-AB521CDDC32C}" dt="2025-02-13T01:02:03.188" v="958" actId="14100"/>
          <ac:picMkLst>
            <pc:docMk/>
            <pc:sldMk cId="349029201" sldId="256"/>
            <ac:picMk id="45" creationId="{F11617FA-1D06-028B-3B1E-2CD8917CB730}"/>
          </ac:picMkLst>
        </pc:picChg>
        <pc:picChg chg="add mod">
          <ac:chgData name="Izabella Valero" userId="3412f74f-dd31-45a1-9f55-3413223a539e" providerId="ADAL" clId="{5AF158B8-7B16-4546-9638-AB521CDDC32C}" dt="2025-02-13T01:02:03.188" v="958" actId="14100"/>
          <ac:picMkLst>
            <pc:docMk/>
            <pc:sldMk cId="349029201" sldId="256"/>
            <ac:picMk id="47" creationId="{AA80FB49-D036-BADF-1115-CBB7C87C57F3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20240" y="5387342"/>
            <a:ext cx="21762720" cy="11460480"/>
          </a:xfrm>
        </p:spPr>
        <p:txBody>
          <a:bodyPr anchor="b"/>
          <a:lstStyle>
            <a:lvl1pPr algn="ctr">
              <a:defRPr sz="16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00400" y="17289782"/>
            <a:ext cx="19202400" cy="7947658"/>
          </a:xfrm>
        </p:spPr>
        <p:txBody>
          <a:bodyPr/>
          <a:lstStyle>
            <a:lvl1pPr marL="0" indent="0" algn="ctr">
              <a:buNone/>
              <a:defRPr sz="6720"/>
            </a:lvl1pPr>
            <a:lvl2pPr marL="1280160" indent="0" algn="ctr">
              <a:buNone/>
              <a:defRPr sz="5600"/>
            </a:lvl2pPr>
            <a:lvl3pPr marL="2560320" indent="0" algn="ctr">
              <a:buNone/>
              <a:defRPr sz="5040"/>
            </a:lvl3pPr>
            <a:lvl4pPr marL="3840480" indent="0" algn="ctr">
              <a:buNone/>
              <a:defRPr sz="4480"/>
            </a:lvl4pPr>
            <a:lvl5pPr marL="5120640" indent="0" algn="ctr">
              <a:buNone/>
              <a:defRPr sz="4480"/>
            </a:lvl5pPr>
            <a:lvl6pPr marL="6400800" indent="0" algn="ctr">
              <a:buNone/>
              <a:defRPr sz="4480"/>
            </a:lvl6pPr>
            <a:lvl7pPr marL="7680960" indent="0" algn="ctr">
              <a:buNone/>
              <a:defRPr sz="4480"/>
            </a:lvl7pPr>
            <a:lvl8pPr marL="8961120" indent="0" algn="ctr">
              <a:buNone/>
              <a:defRPr sz="4480"/>
            </a:lvl8pPr>
            <a:lvl9pPr marL="10241280" indent="0" algn="ctr">
              <a:buNone/>
              <a:defRPr sz="448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1B6F5E-73A2-4E93-BF90-9200F67021BD}" type="datetimeFigureOut">
              <a:rPr lang="en-US" smtClean="0"/>
              <a:t>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1C7B6-6077-49DE-989D-2C51A3F5C5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1272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1B6F5E-73A2-4E93-BF90-9200F67021BD}" type="datetimeFigureOut">
              <a:rPr lang="en-US" smtClean="0"/>
              <a:t>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1C7B6-6077-49DE-989D-2C51A3F5C5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88769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46886" y="8206749"/>
            <a:ext cx="22082760" cy="13693138"/>
          </a:xfrm>
        </p:spPr>
        <p:txBody>
          <a:bodyPr anchor="b"/>
          <a:lstStyle>
            <a:lvl1pPr>
              <a:defRPr sz="16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46886" y="22029429"/>
            <a:ext cx="22082760" cy="7200898"/>
          </a:xfrm>
        </p:spPr>
        <p:txBody>
          <a:bodyPr/>
          <a:lstStyle>
            <a:lvl1pPr marL="0" indent="0">
              <a:buNone/>
              <a:defRPr sz="6720">
                <a:solidFill>
                  <a:schemeClr val="tx1"/>
                </a:solidFill>
              </a:defRPr>
            </a:lvl1pPr>
            <a:lvl2pPr marL="1280160" indent="0">
              <a:buNone/>
              <a:defRPr sz="5600">
                <a:solidFill>
                  <a:schemeClr val="tx1">
                    <a:tint val="75000"/>
                  </a:schemeClr>
                </a:solidFill>
              </a:defRPr>
            </a:lvl2pPr>
            <a:lvl3pPr marL="2560320" indent="0">
              <a:buNone/>
              <a:defRPr sz="5040">
                <a:solidFill>
                  <a:schemeClr val="tx1">
                    <a:tint val="75000"/>
                  </a:schemeClr>
                </a:solidFill>
              </a:defRPr>
            </a:lvl3pPr>
            <a:lvl4pPr marL="3840480" indent="0">
              <a:buNone/>
              <a:defRPr sz="4480">
                <a:solidFill>
                  <a:schemeClr val="tx1">
                    <a:tint val="75000"/>
                  </a:schemeClr>
                </a:solidFill>
              </a:defRPr>
            </a:lvl4pPr>
            <a:lvl5pPr marL="5120640" indent="0">
              <a:buNone/>
              <a:defRPr sz="4480">
                <a:solidFill>
                  <a:schemeClr val="tx1">
                    <a:tint val="75000"/>
                  </a:schemeClr>
                </a:solidFill>
              </a:defRPr>
            </a:lvl5pPr>
            <a:lvl6pPr marL="6400800" indent="0">
              <a:buNone/>
              <a:defRPr sz="4480">
                <a:solidFill>
                  <a:schemeClr val="tx1">
                    <a:tint val="75000"/>
                  </a:schemeClr>
                </a:solidFill>
              </a:defRPr>
            </a:lvl6pPr>
            <a:lvl7pPr marL="7680960" indent="0">
              <a:buNone/>
              <a:defRPr sz="4480">
                <a:solidFill>
                  <a:schemeClr val="tx1">
                    <a:tint val="75000"/>
                  </a:schemeClr>
                </a:solidFill>
              </a:defRPr>
            </a:lvl7pPr>
            <a:lvl8pPr marL="8961120" indent="0">
              <a:buNone/>
              <a:defRPr sz="4480">
                <a:solidFill>
                  <a:schemeClr val="tx1">
                    <a:tint val="75000"/>
                  </a:schemeClr>
                </a:solidFill>
              </a:defRPr>
            </a:lvl8pPr>
            <a:lvl9pPr marL="10241280" indent="0">
              <a:buNone/>
              <a:defRPr sz="44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1B6F5E-73A2-4E93-BF90-9200F67021BD}" type="datetimeFigureOut">
              <a:rPr lang="en-US" smtClean="0"/>
              <a:t>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1C7B6-6077-49DE-989D-2C51A3F5C5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27218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760220" y="8763000"/>
            <a:ext cx="10881360" cy="208864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61620" y="8763000"/>
            <a:ext cx="10881360" cy="208864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1B6F5E-73A2-4E93-BF90-9200F67021BD}" type="datetimeFigureOut">
              <a:rPr lang="en-US" smtClean="0"/>
              <a:t>2/12/2025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1C7B6-6077-49DE-989D-2C51A3F5C5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72826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63555" y="1752607"/>
            <a:ext cx="22082760" cy="636270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63558" y="8069582"/>
            <a:ext cx="10831352" cy="3954778"/>
          </a:xfrm>
        </p:spPr>
        <p:txBody>
          <a:bodyPr anchor="b"/>
          <a:lstStyle>
            <a:lvl1pPr marL="0" indent="0">
              <a:buNone/>
              <a:defRPr sz="6720" b="1"/>
            </a:lvl1pPr>
            <a:lvl2pPr marL="1280160" indent="0">
              <a:buNone/>
              <a:defRPr sz="5600" b="1"/>
            </a:lvl2pPr>
            <a:lvl3pPr marL="2560320" indent="0">
              <a:buNone/>
              <a:defRPr sz="5040" b="1"/>
            </a:lvl3pPr>
            <a:lvl4pPr marL="3840480" indent="0">
              <a:buNone/>
              <a:defRPr sz="4480" b="1"/>
            </a:lvl4pPr>
            <a:lvl5pPr marL="5120640" indent="0">
              <a:buNone/>
              <a:defRPr sz="4480" b="1"/>
            </a:lvl5pPr>
            <a:lvl6pPr marL="6400800" indent="0">
              <a:buNone/>
              <a:defRPr sz="4480" b="1"/>
            </a:lvl6pPr>
            <a:lvl7pPr marL="7680960" indent="0">
              <a:buNone/>
              <a:defRPr sz="4480" b="1"/>
            </a:lvl7pPr>
            <a:lvl8pPr marL="8961120" indent="0">
              <a:buNone/>
              <a:defRPr sz="4480" b="1"/>
            </a:lvl8pPr>
            <a:lvl9pPr marL="10241280" indent="0">
              <a:buNone/>
              <a:defRPr sz="44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763558" y="12024360"/>
            <a:ext cx="10831352" cy="176860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2961621" y="8069582"/>
            <a:ext cx="10884695" cy="3954778"/>
          </a:xfrm>
        </p:spPr>
        <p:txBody>
          <a:bodyPr anchor="b"/>
          <a:lstStyle>
            <a:lvl1pPr marL="0" indent="0">
              <a:buNone/>
              <a:defRPr sz="6720" b="1"/>
            </a:lvl1pPr>
            <a:lvl2pPr marL="1280160" indent="0">
              <a:buNone/>
              <a:defRPr sz="5600" b="1"/>
            </a:lvl2pPr>
            <a:lvl3pPr marL="2560320" indent="0">
              <a:buNone/>
              <a:defRPr sz="5040" b="1"/>
            </a:lvl3pPr>
            <a:lvl4pPr marL="3840480" indent="0">
              <a:buNone/>
              <a:defRPr sz="4480" b="1"/>
            </a:lvl4pPr>
            <a:lvl5pPr marL="5120640" indent="0">
              <a:buNone/>
              <a:defRPr sz="4480" b="1"/>
            </a:lvl5pPr>
            <a:lvl6pPr marL="6400800" indent="0">
              <a:buNone/>
              <a:defRPr sz="4480" b="1"/>
            </a:lvl6pPr>
            <a:lvl7pPr marL="7680960" indent="0">
              <a:buNone/>
              <a:defRPr sz="4480" b="1"/>
            </a:lvl7pPr>
            <a:lvl8pPr marL="8961120" indent="0">
              <a:buNone/>
              <a:defRPr sz="4480" b="1"/>
            </a:lvl8pPr>
            <a:lvl9pPr marL="10241280" indent="0">
              <a:buNone/>
              <a:defRPr sz="44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2961621" y="12024360"/>
            <a:ext cx="10884695" cy="176860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1B6F5E-73A2-4E93-BF90-9200F67021BD}" type="datetimeFigureOut">
              <a:rPr lang="en-US" smtClean="0"/>
              <a:t>2/12/2025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1C7B6-6077-49DE-989D-2C51A3F5C5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23758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1B6F5E-73A2-4E93-BF90-9200F67021BD}" type="datetimeFigureOut">
              <a:rPr lang="en-US" smtClean="0"/>
              <a:t>2/12/2025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1C7B6-6077-49DE-989D-2C51A3F5C5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34684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1B6F5E-73A2-4E93-BF90-9200F67021BD}" type="datetimeFigureOut">
              <a:rPr lang="en-US" smtClean="0"/>
              <a:t>2/12/2025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1C7B6-6077-49DE-989D-2C51A3F5C5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72327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63555" y="2194560"/>
            <a:ext cx="8257698" cy="7680960"/>
          </a:xfrm>
        </p:spPr>
        <p:txBody>
          <a:bodyPr anchor="b"/>
          <a:lstStyle>
            <a:lvl1pPr>
              <a:defRPr sz="89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884695" y="4739647"/>
            <a:ext cx="12961620" cy="23393400"/>
          </a:xfrm>
        </p:spPr>
        <p:txBody>
          <a:bodyPr/>
          <a:lstStyle>
            <a:lvl1pPr>
              <a:defRPr sz="8960"/>
            </a:lvl1pPr>
            <a:lvl2pPr>
              <a:defRPr sz="7840"/>
            </a:lvl2pPr>
            <a:lvl3pPr>
              <a:defRPr sz="6720"/>
            </a:lvl3pPr>
            <a:lvl4pPr>
              <a:defRPr sz="5600"/>
            </a:lvl4pPr>
            <a:lvl5pPr>
              <a:defRPr sz="5600"/>
            </a:lvl5pPr>
            <a:lvl6pPr>
              <a:defRPr sz="5600"/>
            </a:lvl6pPr>
            <a:lvl7pPr>
              <a:defRPr sz="5600"/>
            </a:lvl7pPr>
            <a:lvl8pPr>
              <a:defRPr sz="5600"/>
            </a:lvl8pPr>
            <a:lvl9pPr>
              <a:defRPr sz="5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63555" y="9875520"/>
            <a:ext cx="8257698" cy="18295622"/>
          </a:xfrm>
        </p:spPr>
        <p:txBody>
          <a:bodyPr/>
          <a:lstStyle>
            <a:lvl1pPr marL="0" indent="0">
              <a:buNone/>
              <a:defRPr sz="4480"/>
            </a:lvl1pPr>
            <a:lvl2pPr marL="1280160" indent="0">
              <a:buNone/>
              <a:defRPr sz="3920"/>
            </a:lvl2pPr>
            <a:lvl3pPr marL="2560320" indent="0">
              <a:buNone/>
              <a:defRPr sz="3360"/>
            </a:lvl3pPr>
            <a:lvl4pPr marL="3840480" indent="0">
              <a:buNone/>
              <a:defRPr sz="2800"/>
            </a:lvl4pPr>
            <a:lvl5pPr marL="5120640" indent="0">
              <a:buNone/>
              <a:defRPr sz="2800"/>
            </a:lvl5pPr>
            <a:lvl6pPr marL="6400800" indent="0">
              <a:buNone/>
              <a:defRPr sz="2800"/>
            </a:lvl6pPr>
            <a:lvl7pPr marL="7680960" indent="0">
              <a:buNone/>
              <a:defRPr sz="2800"/>
            </a:lvl7pPr>
            <a:lvl8pPr marL="8961120" indent="0">
              <a:buNone/>
              <a:defRPr sz="2800"/>
            </a:lvl8pPr>
            <a:lvl9pPr marL="10241280" indent="0">
              <a:buNone/>
              <a:defRPr sz="2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1B6F5E-73A2-4E93-BF90-9200F67021BD}" type="datetimeFigureOut">
              <a:rPr lang="en-US" smtClean="0"/>
              <a:t>2/12/2025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1C7B6-6077-49DE-989D-2C51A3F5C5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7027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63555" y="2194560"/>
            <a:ext cx="8257698" cy="7680960"/>
          </a:xfrm>
        </p:spPr>
        <p:txBody>
          <a:bodyPr anchor="b"/>
          <a:lstStyle>
            <a:lvl1pPr>
              <a:defRPr sz="89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884695" y="4739647"/>
            <a:ext cx="12961620" cy="23393400"/>
          </a:xfrm>
        </p:spPr>
        <p:txBody>
          <a:bodyPr anchor="t"/>
          <a:lstStyle>
            <a:lvl1pPr marL="0" indent="0">
              <a:buNone/>
              <a:defRPr sz="8960"/>
            </a:lvl1pPr>
            <a:lvl2pPr marL="1280160" indent="0">
              <a:buNone/>
              <a:defRPr sz="7840"/>
            </a:lvl2pPr>
            <a:lvl3pPr marL="2560320" indent="0">
              <a:buNone/>
              <a:defRPr sz="6720"/>
            </a:lvl3pPr>
            <a:lvl4pPr marL="3840480" indent="0">
              <a:buNone/>
              <a:defRPr sz="5600"/>
            </a:lvl4pPr>
            <a:lvl5pPr marL="5120640" indent="0">
              <a:buNone/>
              <a:defRPr sz="5600"/>
            </a:lvl5pPr>
            <a:lvl6pPr marL="6400800" indent="0">
              <a:buNone/>
              <a:defRPr sz="5600"/>
            </a:lvl6pPr>
            <a:lvl7pPr marL="7680960" indent="0">
              <a:buNone/>
              <a:defRPr sz="5600"/>
            </a:lvl7pPr>
            <a:lvl8pPr marL="8961120" indent="0">
              <a:buNone/>
              <a:defRPr sz="5600"/>
            </a:lvl8pPr>
            <a:lvl9pPr marL="10241280" indent="0">
              <a:buNone/>
              <a:defRPr sz="5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63555" y="9875520"/>
            <a:ext cx="8257698" cy="18295622"/>
          </a:xfrm>
        </p:spPr>
        <p:txBody>
          <a:bodyPr/>
          <a:lstStyle>
            <a:lvl1pPr marL="0" indent="0">
              <a:buNone/>
              <a:defRPr sz="4480"/>
            </a:lvl1pPr>
            <a:lvl2pPr marL="1280160" indent="0">
              <a:buNone/>
              <a:defRPr sz="3920"/>
            </a:lvl2pPr>
            <a:lvl3pPr marL="2560320" indent="0">
              <a:buNone/>
              <a:defRPr sz="3360"/>
            </a:lvl3pPr>
            <a:lvl4pPr marL="3840480" indent="0">
              <a:buNone/>
              <a:defRPr sz="2800"/>
            </a:lvl4pPr>
            <a:lvl5pPr marL="5120640" indent="0">
              <a:buNone/>
              <a:defRPr sz="2800"/>
            </a:lvl5pPr>
            <a:lvl6pPr marL="6400800" indent="0">
              <a:buNone/>
              <a:defRPr sz="2800"/>
            </a:lvl6pPr>
            <a:lvl7pPr marL="7680960" indent="0">
              <a:buNone/>
              <a:defRPr sz="2800"/>
            </a:lvl7pPr>
            <a:lvl8pPr marL="8961120" indent="0">
              <a:buNone/>
              <a:defRPr sz="2800"/>
            </a:lvl8pPr>
            <a:lvl9pPr marL="10241280" indent="0">
              <a:buNone/>
              <a:defRPr sz="2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1B6F5E-73A2-4E93-BF90-9200F67021BD}" type="datetimeFigureOut">
              <a:rPr lang="en-US" smtClean="0"/>
              <a:t>2/12/2025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1C7B6-6077-49DE-989D-2C51A3F5C5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82724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1B6F5E-73A2-4E93-BF90-9200F67021BD}" type="datetimeFigureOut">
              <a:rPr lang="en-US" smtClean="0"/>
              <a:t>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1C7B6-6077-49DE-989D-2C51A3F5C5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59745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8322291" y="1752600"/>
            <a:ext cx="5520690" cy="2789682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760221" y="1752600"/>
            <a:ext cx="16242030" cy="2789682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1B6F5E-73A2-4E93-BF90-9200F67021BD}" type="datetimeFigureOut">
              <a:rPr lang="en-US" smtClean="0"/>
              <a:t>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1C7B6-6077-49DE-989D-2C51A3F5C5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57955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760220" y="1752607"/>
            <a:ext cx="22082760" cy="6362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60220" y="8763000"/>
            <a:ext cx="22082760" cy="208864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760220" y="30510487"/>
            <a:ext cx="576072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3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1B6F5E-73A2-4E93-BF90-9200F67021BD}" type="datetimeFigureOut">
              <a:rPr lang="en-US" smtClean="0"/>
              <a:t>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481060" y="30510487"/>
            <a:ext cx="864108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3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8082260" y="30510487"/>
            <a:ext cx="576072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3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B1C7B6-6077-49DE-989D-2C51A3F5C5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13812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2560320" rtl="0" eaLnBrk="1" latinLnBrk="0" hangingPunct="1">
        <a:lnSpc>
          <a:spcPct val="90000"/>
        </a:lnSpc>
        <a:spcBef>
          <a:spcPct val="0"/>
        </a:spcBef>
        <a:buNone/>
        <a:defRPr sz="1232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640080" indent="-640080" algn="l" defTabSz="2560320" rtl="0" eaLnBrk="1" latinLnBrk="0" hangingPunct="1">
        <a:lnSpc>
          <a:spcPct val="90000"/>
        </a:lnSpc>
        <a:spcBef>
          <a:spcPts val="2800"/>
        </a:spcBef>
        <a:buFont typeface="Arial" panose="020B0604020202020204" pitchFamily="34" charset="0"/>
        <a:buChar char="•"/>
        <a:defRPr sz="7840" kern="1200">
          <a:solidFill>
            <a:schemeClr val="tx1"/>
          </a:solidFill>
          <a:latin typeface="+mn-lt"/>
          <a:ea typeface="+mn-ea"/>
          <a:cs typeface="+mn-cs"/>
        </a:defRPr>
      </a:lvl1pPr>
      <a:lvl2pPr marL="1920240" indent="-640080" algn="l" defTabSz="2560320" rtl="0" eaLnBrk="1" latinLnBrk="0" hangingPunct="1">
        <a:lnSpc>
          <a:spcPct val="90000"/>
        </a:lnSpc>
        <a:spcBef>
          <a:spcPts val="1400"/>
        </a:spcBef>
        <a:buFont typeface="Arial" panose="020B0604020202020204" pitchFamily="34" charset="0"/>
        <a:buChar char="•"/>
        <a:defRPr sz="6720" kern="1200">
          <a:solidFill>
            <a:schemeClr val="tx1"/>
          </a:solidFill>
          <a:latin typeface="+mn-lt"/>
          <a:ea typeface="+mn-ea"/>
          <a:cs typeface="+mn-cs"/>
        </a:defRPr>
      </a:lvl2pPr>
      <a:lvl3pPr marL="3200400" indent="-640080" algn="l" defTabSz="2560320" rtl="0" eaLnBrk="1" latinLnBrk="0" hangingPunct="1">
        <a:lnSpc>
          <a:spcPct val="90000"/>
        </a:lnSpc>
        <a:spcBef>
          <a:spcPts val="1400"/>
        </a:spcBef>
        <a:buFont typeface="Arial" panose="020B0604020202020204" pitchFamily="34" charset="0"/>
        <a:buChar char="•"/>
        <a:defRPr sz="5600" kern="1200">
          <a:solidFill>
            <a:schemeClr val="tx1"/>
          </a:solidFill>
          <a:latin typeface="+mn-lt"/>
          <a:ea typeface="+mn-ea"/>
          <a:cs typeface="+mn-cs"/>
        </a:defRPr>
      </a:lvl3pPr>
      <a:lvl4pPr marL="4480560" indent="-640080" algn="l" defTabSz="2560320" rtl="0" eaLnBrk="1" latinLnBrk="0" hangingPunct="1">
        <a:lnSpc>
          <a:spcPct val="90000"/>
        </a:lnSpc>
        <a:spcBef>
          <a:spcPts val="1400"/>
        </a:spcBef>
        <a:buFont typeface="Arial" panose="020B0604020202020204" pitchFamily="34" charset="0"/>
        <a:buChar char="•"/>
        <a:defRPr sz="5040" kern="1200">
          <a:solidFill>
            <a:schemeClr val="tx1"/>
          </a:solidFill>
          <a:latin typeface="+mn-lt"/>
          <a:ea typeface="+mn-ea"/>
          <a:cs typeface="+mn-cs"/>
        </a:defRPr>
      </a:lvl4pPr>
      <a:lvl5pPr marL="5760720" indent="-640080" algn="l" defTabSz="2560320" rtl="0" eaLnBrk="1" latinLnBrk="0" hangingPunct="1">
        <a:lnSpc>
          <a:spcPct val="90000"/>
        </a:lnSpc>
        <a:spcBef>
          <a:spcPts val="1400"/>
        </a:spcBef>
        <a:buFont typeface="Arial" panose="020B0604020202020204" pitchFamily="34" charset="0"/>
        <a:buChar char="•"/>
        <a:defRPr sz="5040" kern="1200">
          <a:solidFill>
            <a:schemeClr val="tx1"/>
          </a:solidFill>
          <a:latin typeface="+mn-lt"/>
          <a:ea typeface="+mn-ea"/>
          <a:cs typeface="+mn-cs"/>
        </a:defRPr>
      </a:lvl5pPr>
      <a:lvl6pPr marL="7040880" indent="-640080" algn="l" defTabSz="2560320" rtl="0" eaLnBrk="1" latinLnBrk="0" hangingPunct="1">
        <a:lnSpc>
          <a:spcPct val="90000"/>
        </a:lnSpc>
        <a:spcBef>
          <a:spcPts val="1400"/>
        </a:spcBef>
        <a:buFont typeface="Arial" panose="020B0604020202020204" pitchFamily="34" charset="0"/>
        <a:buChar char="•"/>
        <a:defRPr sz="5040" kern="1200">
          <a:solidFill>
            <a:schemeClr val="tx1"/>
          </a:solidFill>
          <a:latin typeface="+mn-lt"/>
          <a:ea typeface="+mn-ea"/>
          <a:cs typeface="+mn-cs"/>
        </a:defRPr>
      </a:lvl6pPr>
      <a:lvl7pPr marL="8321040" indent="-640080" algn="l" defTabSz="2560320" rtl="0" eaLnBrk="1" latinLnBrk="0" hangingPunct="1">
        <a:lnSpc>
          <a:spcPct val="90000"/>
        </a:lnSpc>
        <a:spcBef>
          <a:spcPts val="1400"/>
        </a:spcBef>
        <a:buFont typeface="Arial" panose="020B0604020202020204" pitchFamily="34" charset="0"/>
        <a:buChar char="•"/>
        <a:defRPr sz="5040" kern="1200">
          <a:solidFill>
            <a:schemeClr val="tx1"/>
          </a:solidFill>
          <a:latin typeface="+mn-lt"/>
          <a:ea typeface="+mn-ea"/>
          <a:cs typeface="+mn-cs"/>
        </a:defRPr>
      </a:lvl7pPr>
      <a:lvl8pPr marL="9601200" indent="-640080" algn="l" defTabSz="2560320" rtl="0" eaLnBrk="1" latinLnBrk="0" hangingPunct="1">
        <a:lnSpc>
          <a:spcPct val="90000"/>
        </a:lnSpc>
        <a:spcBef>
          <a:spcPts val="1400"/>
        </a:spcBef>
        <a:buFont typeface="Arial" panose="020B0604020202020204" pitchFamily="34" charset="0"/>
        <a:buChar char="•"/>
        <a:defRPr sz="5040" kern="1200">
          <a:solidFill>
            <a:schemeClr val="tx1"/>
          </a:solidFill>
          <a:latin typeface="+mn-lt"/>
          <a:ea typeface="+mn-ea"/>
          <a:cs typeface="+mn-cs"/>
        </a:defRPr>
      </a:lvl8pPr>
      <a:lvl9pPr marL="10881360" indent="-640080" algn="l" defTabSz="2560320" rtl="0" eaLnBrk="1" latinLnBrk="0" hangingPunct="1">
        <a:lnSpc>
          <a:spcPct val="90000"/>
        </a:lnSpc>
        <a:spcBef>
          <a:spcPts val="1400"/>
        </a:spcBef>
        <a:buFont typeface="Arial" panose="020B0604020202020204" pitchFamily="34" charset="0"/>
        <a:buChar char="•"/>
        <a:defRPr sz="50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560320" rtl="0" eaLnBrk="1" latinLnBrk="0" hangingPunct="1">
        <a:defRPr sz="5040" kern="1200">
          <a:solidFill>
            <a:schemeClr val="tx1"/>
          </a:solidFill>
          <a:latin typeface="+mn-lt"/>
          <a:ea typeface="+mn-ea"/>
          <a:cs typeface="+mn-cs"/>
        </a:defRPr>
      </a:lvl1pPr>
      <a:lvl2pPr marL="1280160" algn="l" defTabSz="2560320" rtl="0" eaLnBrk="1" latinLnBrk="0" hangingPunct="1">
        <a:defRPr sz="5040" kern="1200">
          <a:solidFill>
            <a:schemeClr val="tx1"/>
          </a:solidFill>
          <a:latin typeface="+mn-lt"/>
          <a:ea typeface="+mn-ea"/>
          <a:cs typeface="+mn-cs"/>
        </a:defRPr>
      </a:lvl2pPr>
      <a:lvl3pPr marL="2560320" algn="l" defTabSz="2560320" rtl="0" eaLnBrk="1" latinLnBrk="0" hangingPunct="1">
        <a:defRPr sz="5040" kern="1200">
          <a:solidFill>
            <a:schemeClr val="tx1"/>
          </a:solidFill>
          <a:latin typeface="+mn-lt"/>
          <a:ea typeface="+mn-ea"/>
          <a:cs typeface="+mn-cs"/>
        </a:defRPr>
      </a:lvl3pPr>
      <a:lvl4pPr marL="3840480" algn="l" defTabSz="2560320" rtl="0" eaLnBrk="1" latinLnBrk="0" hangingPunct="1">
        <a:defRPr sz="5040" kern="1200">
          <a:solidFill>
            <a:schemeClr val="tx1"/>
          </a:solidFill>
          <a:latin typeface="+mn-lt"/>
          <a:ea typeface="+mn-ea"/>
          <a:cs typeface="+mn-cs"/>
        </a:defRPr>
      </a:lvl4pPr>
      <a:lvl5pPr marL="5120640" algn="l" defTabSz="2560320" rtl="0" eaLnBrk="1" latinLnBrk="0" hangingPunct="1">
        <a:defRPr sz="5040" kern="1200">
          <a:solidFill>
            <a:schemeClr val="tx1"/>
          </a:solidFill>
          <a:latin typeface="+mn-lt"/>
          <a:ea typeface="+mn-ea"/>
          <a:cs typeface="+mn-cs"/>
        </a:defRPr>
      </a:lvl5pPr>
      <a:lvl6pPr marL="6400800" algn="l" defTabSz="2560320" rtl="0" eaLnBrk="1" latinLnBrk="0" hangingPunct="1">
        <a:defRPr sz="5040" kern="1200">
          <a:solidFill>
            <a:schemeClr val="tx1"/>
          </a:solidFill>
          <a:latin typeface="+mn-lt"/>
          <a:ea typeface="+mn-ea"/>
          <a:cs typeface="+mn-cs"/>
        </a:defRPr>
      </a:lvl6pPr>
      <a:lvl7pPr marL="7680960" algn="l" defTabSz="2560320" rtl="0" eaLnBrk="1" latinLnBrk="0" hangingPunct="1">
        <a:defRPr sz="5040" kern="1200">
          <a:solidFill>
            <a:schemeClr val="tx1"/>
          </a:solidFill>
          <a:latin typeface="+mn-lt"/>
          <a:ea typeface="+mn-ea"/>
          <a:cs typeface="+mn-cs"/>
        </a:defRPr>
      </a:lvl7pPr>
      <a:lvl8pPr marL="8961120" algn="l" defTabSz="2560320" rtl="0" eaLnBrk="1" latinLnBrk="0" hangingPunct="1">
        <a:defRPr sz="5040" kern="1200">
          <a:solidFill>
            <a:schemeClr val="tx1"/>
          </a:solidFill>
          <a:latin typeface="+mn-lt"/>
          <a:ea typeface="+mn-ea"/>
          <a:cs typeface="+mn-cs"/>
        </a:defRPr>
      </a:lvl8pPr>
      <a:lvl9pPr marL="10241280" algn="l" defTabSz="2560320" rtl="0" eaLnBrk="1" latinLnBrk="0" hangingPunct="1">
        <a:defRPr sz="50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4B4323B-2F69-8542-CC61-831D6271C041}"/>
              </a:ext>
            </a:extLst>
          </p:cNvPr>
          <p:cNvSpPr/>
          <p:nvPr/>
        </p:nvSpPr>
        <p:spPr>
          <a:xfrm>
            <a:off x="0" y="1"/>
            <a:ext cx="25603200" cy="1288473"/>
          </a:xfrm>
          <a:prstGeom prst="rect">
            <a:avLst/>
          </a:prstGeom>
          <a:solidFill>
            <a:srgbClr val="ACA8D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i="1" dirty="0">
                <a:latin typeface="Arial" panose="020B0604020202020204" pitchFamily="34" charset="0"/>
                <a:cs typeface="Arial" panose="020B0604020202020204" pitchFamily="34" charset="0"/>
              </a:rPr>
              <a:t>Multiple Autonomous Robot Systems Lab (MARS) – UTRGV Edinburg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8CF645D-CDDA-D96F-2706-C9359EA8EC5E}"/>
              </a:ext>
            </a:extLst>
          </p:cNvPr>
          <p:cNvSpPr txBox="1"/>
          <p:nvPr/>
        </p:nvSpPr>
        <p:spPr>
          <a:xfrm>
            <a:off x="6526386" y="1510967"/>
            <a:ext cx="1425854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latin typeface="Arial" panose="020B0604020202020204" pitchFamily="34" charset="0"/>
                <a:cs typeface="Arial" panose="020B0604020202020204" pitchFamily="34" charset="0"/>
              </a:rPr>
              <a:t>Comparative Analysis and Enhancement of Bug Algorithms for Obstacle Avoidance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8F4A103-1DAA-98A4-8499-85E720EA85CD}"/>
              </a:ext>
            </a:extLst>
          </p:cNvPr>
          <p:cNvSpPr txBox="1"/>
          <p:nvPr/>
        </p:nvSpPr>
        <p:spPr>
          <a:xfrm>
            <a:off x="836651" y="6012583"/>
            <a:ext cx="7335278" cy="646331"/>
          </a:xfrm>
          <a:prstGeom prst="rect">
            <a:avLst/>
          </a:prstGeom>
          <a:solidFill>
            <a:srgbClr val="DAD8EC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Abstract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45B8987-A5B8-EC3C-2A72-EBA2D78717FB}"/>
              </a:ext>
            </a:extLst>
          </p:cNvPr>
          <p:cNvSpPr/>
          <p:nvPr/>
        </p:nvSpPr>
        <p:spPr>
          <a:xfrm>
            <a:off x="0" y="31629928"/>
            <a:ext cx="25603200" cy="1288473"/>
          </a:xfrm>
          <a:prstGeom prst="rect">
            <a:avLst/>
          </a:prstGeom>
          <a:solidFill>
            <a:srgbClr val="ACA8D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RGV STEM Education Consortium, South Padre Island, Texas, February 13-15, 2025 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16CFA2A-453D-FD0D-A476-75EF338EC614}"/>
              </a:ext>
            </a:extLst>
          </p:cNvPr>
          <p:cNvSpPr txBox="1"/>
          <p:nvPr/>
        </p:nvSpPr>
        <p:spPr>
          <a:xfrm>
            <a:off x="836651" y="6643976"/>
            <a:ext cx="7315339" cy="439232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Traditional Bug Algorithms for obstacle avoidance often struggle with inefficiency and entrapment in complex environments.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This research introduces a new algorithm that combines the qualities of existing algorithms.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The proposed approach shows promise in demonstrating shorter paths and reduced risk of entrapments in complex environments.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D986495-8CCA-90D8-09E9-42CDEF5CA457}"/>
              </a:ext>
            </a:extLst>
          </p:cNvPr>
          <p:cNvSpPr txBox="1"/>
          <p:nvPr/>
        </p:nvSpPr>
        <p:spPr>
          <a:xfrm>
            <a:off x="7573214" y="4289980"/>
            <a:ext cx="1177268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Izabella Valero and Qi Lu</a:t>
            </a:r>
          </a:p>
          <a:p>
            <a:pPr algn="ctr"/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Department of Computer Science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E0C1928-8342-9FDD-B027-36280498FCD3}"/>
              </a:ext>
            </a:extLst>
          </p:cNvPr>
          <p:cNvSpPr txBox="1"/>
          <p:nvPr/>
        </p:nvSpPr>
        <p:spPr>
          <a:xfrm>
            <a:off x="836651" y="11994744"/>
            <a:ext cx="7285900" cy="61247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Bug algorithms have low computational cost, relying on sensor data to guide the robot to its target.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They often struggle with longer paths and getting trapped in complex scenarios.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Improving these algorithms while maintaining low computational demands is a key challenge in robotics. Figure 1 displays some of the inefficiencies of existing algorithms.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The research presented proposes a new bug algorithm that enhances the existing strategies to enhance obstacle avoidance using only local sensor data.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434BB2E-17EE-6979-4E49-9BCDCD77D68D}"/>
              </a:ext>
            </a:extLst>
          </p:cNvPr>
          <p:cNvSpPr txBox="1"/>
          <p:nvPr/>
        </p:nvSpPr>
        <p:spPr>
          <a:xfrm>
            <a:off x="816712" y="19054821"/>
            <a:ext cx="7283859" cy="69865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Algorithm Analysis: 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Existing Bug Algorithms were analyzed using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Webots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simulations to identify strengths, limitations, and potential improvement, focusing on localization algorithms. Figure 2 demonstrates a simulation environment.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Algorithm Development: 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The proposed algorithm shown in Figure 3. The goal is to combine existing features to optimize the Bug performance. The algorithm tracks m-line movement like other algorithms, recording hit and leave points.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Current Development: 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The algorithm is currently being tested using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Webots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. The current comparative analysis is currently in progress.</a:t>
            </a:r>
            <a:endParaRPr lang="en-US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EF1C75C-6341-D0BE-A4AD-48335FB7DFF0}"/>
              </a:ext>
            </a:extLst>
          </p:cNvPr>
          <p:cNvSpPr txBox="1"/>
          <p:nvPr/>
        </p:nvSpPr>
        <p:spPr>
          <a:xfrm>
            <a:off x="816712" y="18408490"/>
            <a:ext cx="7330181" cy="646331"/>
          </a:xfrm>
          <a:prstGeom prst="rect">
            <a:avLst/>
          </a:prstGeom>
          <a:solidFill>
            <a:srgbClr val="DAD8EC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Methodology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EE0D7CD-52A2-8FFF-8EDD-59EFB8C37F54}"/>
              </a:ext>
            </a:extLst>
          </p:cNvPr>
          <p:cNvSpPr txBox="1"/>
          <p:nvPr/>
        </p:nvSpPr>
        <p:spPr>
          <a:xfrm>
            <a:off x="18048641" y="12224630"/>
            <a:ext cx="6862779" cy="646331"/>
          </a:xfrm>
          <a:prstGeom prst="rect">
            <a:avLst/>
          </a:prstGeom>
          <a:solidFill>
            <a:srgbClr val="DAD8EC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Conclusions &amp; Future Work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AC3E8F6-5A9A-55B0-D445-BD15FF323166}"/>
              </a:ext>
            </a:extLst>
          </p:cNvPr>
          <p:cNvSpPr txBox="1"/>
          <p:nvPr/>
        </p:nvSpPr>
        <p:spPr>
          <a:xfrm>
            <a:off x="18067651" y="6643975"/>
            <a:ext cx="6838435" cy="526297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Data collection focuses on recording the navigation patterns and obstacle avoidance behaviors of the new algorithm against the existing within simulated environments in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Webots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The goal of the new bug is to combine features of the m-line and common-sense pattern to enhance its ability to optimize navigation. Figure 4 displays preliminary trials where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ComboBug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reaches the goal in a shorter time than existing algorithms.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9A492FE-94BB-B4C7-79F4-155D2075A991}"/>
              </a:ext>
            </a:extLst>
          </p:cNvPr>
          <p:cNvSpPr txBox="1"/>
          <p:nvPr/>
        </p:nvSpPr>
        <p:spPr>
          <a:xfrm>
            <a:off x="18088497" y="22762899"/>
            <a:ext cx="6909436" cy="452431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[1] McGuire, K.N., G.C.H.E. de Croon, and K.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Tuyls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. "A Comparative Study of Bug Algorithms for Robot Navigation." Robotics and Autonomous Systems 121. (2019). 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[2]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Yufka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, Alpaslan, and Osman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Parlaktuna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. "Performance Comparison of the BUG’s Algorithms for Mobile Robots." (2009)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[3] J.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Antich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, A. Ortiz and J.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Mínguez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, "A Bug-inspired algorithm for efficient anytime path planning," 2009 IEEE/RSJ International Conference on Intelligent Robots and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System.s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(2009).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E47B15B-0F25-A13E-EFD4-2176DE26264F}"/>
              </a:ext>
            </a:extLst>
          </p:cNvPr>
          <p:cNvSpPr txBox="1"/>
          <p:nvPr/>
        </p:nvSpPr>
        <p:spPr>
          <a:xfrm>
            <a:off x="816712" y="11347937"/>
            <a:ext cx="7335278" cy="646331"/>
          </a:xfrm>
          <a:prstGeom prst="rect">
            <a:avLst/>
          </a:prstGeom>
          <a:solidFill>
            <a:srgbClr val="DAD8EC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Introduction &amp; Background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1E8F3F6-5D3E-6A18-BD59-301F7C363D73}"/>
              </a:ext>
            </a:extLst>
          </p:cNvPr>
          <p:cNvSpPr txBox="1"/>
          <p:nvPr/>
        </p:nvSpPr>
        <p:spPr>
          <a:xfrm>
            <a:off x="18067651" y="6012583"/>
            <a:ext cx="6838435" cy="660931"/>
          </a:xfrm>
          <a:prstGeom prst="rect">
            <a:avLst/>
          </a:prstGeom>
          <a:solidFill>
            <a:srgbClr val="DAD8EC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Data and Results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A8A8E97-5411-919D-781C-F9FD8E1AAB76}"/>
              </a:ext>
            </a:extLst>
          </p:cNvPr>
          <p:cNvSpPr txBox="1"/>
          <p:nvPr/>
        </p:nvSpPr>
        <p:spPr>
          <a:xfrm>
            <a:off x="18043308" y="18459540"/>
            <a:ext cx="6904469" cy="646331"/>
          </a:xfrm>
          <a:prstGeom prst="rect">
            <a:avLst/>
          </a:prstGeom>
          <a:solidFill>
            <a:srgbClr val="DAD8EC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Acknowledgments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FCA6FB8-2343-3203-ABAD-8D584E15AA36}"/>
              </a:ext>
            </a:extLst>
          </p:cNvPr>
          <p:cNvSpPr txBox="1"/>
          <p:nvPr/>
        </p:nvSpPr>
        <p:spPr>
          <a:xfrm>
            <a:off x="18072127" y="22139180"/>
            <a:ext cx="6909436" cy="646331"/>
          </a:xfrm>
          <a:prstGeom prst="rect">
            <a:avLst/>
          </a:prstGeom>
          <a:solidFill>
            <a:srgbClr val="DAD8EC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References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5C2EF52-757C-905A-7255-A4F6B793BFC9}"/>
              </a:ext>
            </a:extLst>
          </p:cNvPr>
          <p:cNvSpPr txBox="1"/>
          <p:nvPr/>
        </p:nvSpPr>
        <p:spPr>
          <a:xfrm>
            <a:off x="18043308" y="12879623"/>
            <a:ext cx="6862778" cy="526297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While the new algorithm has been demonstrated to be promising, further comparative testing is required to validate its advantages fully.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Continue focus on building new environments to trap the robot or delay its travel efficiency, like Figure 5.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There are plans to extend this research beyond simulations to physical robots, where more variable factors can challenge obstacle avoidance algorithms.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C247D5F-9264-7729-31FF-3376C98CC7D5}"/>
              </a:ext>
            </a:extLst>
          </p:cNvPr>
          <p:cNvSpPr txBox="1"/>
          <p:nvPr/>
        </p:nvSpPr>
        <p:spPr>
          <a:xfrm>
            <a:off x="18077984" y="19083667"/>
            <a:ext cx="6869793" cy="267765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 authors would like to acknowledge funding provided by the National Science Foundation CREST Center for Multidisciplinary Research Excellence in Cyber-Physical Infrastructure Systems (NSF Award No. 2112650) and the NSF Minority Serving Institute program (NSF Award No. 2318682).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FB5D4A8-0A23-EECD-8A20-EDDFD0D39B30}"/>
              </a:ext>
            </a:extLst>
          </p:cNvPr>
          <p:cNvSpPr txBox="1"/>
          <p:nvPr/>
        </p:nvSpPr>
        <p:spPr>
          <a:xfrm>
            <a:off x="9826560" y="9848139"/>
            <a:ext cx="68384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i="1" dirty="0">
                <a:latin typeface="Arial" panose="020B0604020202020204" pitchFamily="34" charset="0"/>
                <a:cs typeface="Arial" panose="020B0604020202020204" pitchFamily="34" charset="0"/>
              </a:rPr>
              <a:t>Figure 1: Inefficient path of Rev 1 and Rev 2 [1].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DE66655B-7956-6CFB-A745-5A06C100EDC8}"/>
              </a:ext>
            </a:extLst>
          </p:cNvPr>
          <p:cNvSpPr/>
          <p:nvPr/>
        </p:nvSpPr>
        <p:spPr>
          <a:xfrm>
            <a:off x="16968703" y="43434088"/>
            <a:ext cx="3200400" cy="2057400"/>
          </a:xfrm>
          <a:prstGeom prst="rect">
            <a:avLst/>
          </a:prstGeom>
          <a:solidFill>
            <a:srgbClr val="DAD8E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Affiliated Logos</a:t>
            </a:r>
          </a:p>
        </p:txBody>
      </p:sp>
      <p:pic>
        <p:nvPicPr>
          <p:cNvPr id="28" name="Picture 27" descr="A blue and gold logo&#10;&#10;Description automatically generated">
            <a:extLst>
              <a:ext uri="{FF2B5EF4-FFF2-40B4-BE49-F238E27FC236}">
                <a16:creationId xmlns:a16="http://schemas.microsoft.com/office/drawing/2014/main" id="{7C589BB1-1C86-59E3-641B-BC979D5ED3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53668" y="1542280"/>
            <a:ext cx="2339379" cy="2351598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CE520C13-8CAF-0826-F611-60AE8B73CF56}"/>
              </a:ext>
            </a:extLst>
          </p:cNvPr>
          <p:cNvSpPr txBox="1"/>
          <p:nvPr/>
        </p:nvSpPr>
        <p:spPr>
          <a:xfrm>
            <a:off x="22761918" y="1979246"/>
            <a:ext cx="233937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N</a:t>
            </a:r>
            <a:r>
              <a:rPr lang="en-US" sz="3600" dirty="0"/>
              <a:t>ational </a:t>
            </a:r>
            <a:r>
              <a:rPr lang="en-US" sz="3600" b="1" dirty="0"/>
              <a:t>S</a:t>
            </a:r>
            <a:r>
              <a:rPr lang="en-US" sz="3600" dirty="0"/>
              <a:t>cience </a:t>
            </a:r>
            <a:r>
              <a:rPr lang="en-US" sz="3600" b="1" dirty="0"/>
              <a:t>F</a:t>
            </a:r>
            <a:r>
              <a:rPr lang="en-US" sz="3600" dirty="0"/>
              <a:t>oundation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B0D6BC38-27AE-8E9B-0884-ACB9C51051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78979" y="4036664"/>
            <a:ext cx="3193618" cy="176323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8B051AA-0B7F-1580-8202-FE074F2C21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40345" y="10526812"/>
            <a:ext cx="8410866" cy="491793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4FFF395-9509-164A-FB86-47566754B23E}"/>
              </a:ext>
            </a:extLst>
          </p:cNvPr>
          <p:cNvSpPr txBox="1"/>
          <p:nvPr/>
        </p:nvSpPr>
        <p:spPr>
          <a:xfrm>
            <a:off x="10108006" y="15587053"/>
            <a:ext cx="62755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i="1" dirty="0">
                <a:latin typeface="Arial" panose="020B0604020202020204" pitchFamily="34" charset="0"/>
                <a:cs typeface="Arial" panose="020B0604020202020204" pitchFamily="34" charset="0"/>
              </a:rPr>
              <a:t>Figure 3: A state diagram of </a:t>
            </a:r>
            <a:r>
              <a:rPr lang="en-US" sz="2400" i="1" dirty="0" err="1">
                <a:latin typeface="Arial" panose="020B0604020202020204" pitchFamily="34" charset="0"/>
                <a:cs typeface="Arial" panose="020B0604020202020204" pitchFamily="34" charset="0"/>
              </a:rPr>
              <a:t>ComboBug</a:t>
            </a:r>
            <a:endParaRPr lang="en-US" sz="24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1931DED-F197-AC62-1B91-49265E17300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20996" y="5774900"/>
            <a:ext cx="5201574" cy="3856232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28E6D701-CF42-7BCA-0C0D-2D0CE101495C}"/>
              </a:ext>
            </a:extLst>
          </p:cNvPr>
          <p:cNvSpPr txBox="1"/>
          <p:nvPr/>
        </p:nvSpPr>
        <p:spPr>
          <a:xfrm>
            <a:off x="17864851" y="30760284"/>
            <a:ext cx="305617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i="1" dirty="0">
                <a:latin typeface="Arial" panose="020B0604020202020204" pitchFamily="34" charset="0"/>
                <a:cs typeface="Arial" panose="020B0604020202020204" pitchFamily="34" charset="0"/>
              </a:rPr>
              <a:t>Figure 7: Spiral Obstacle in </a:t>
            </a:r>
            <a:r>
              <a:rPr lang="en-US" sz="2400" i="1" dirty="0" err="1">
                <a:latin typeface="Arial" panose="020B0604020202020204" pitchFamily="34" charset="0"/>
                <a:cs typeface="Arial" panose="020B0604020202020204" pitchFamily="34" charset="0"/>
              </a:rPr>
              <a:t>Webots</a:t>
            </a:r>
            <a:endParaRPr lang="en-US" sz="24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Picture 8" descr="A black and white sign&#10;&#10;Description automatically generated with low confidence">
            <a:extLst>
              <a:ext uri="{FF2B5EF4-FFF2-40B4-BE49-F238E27FC236}">
                <a16:creationId xmlns:a16="http://schemas.microsoft.com/office/drawing/2014/main" id="{75031C41-1060-CC7C-A719-046A912E9D15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492" y="2099388"/>
            <a:ext cx="6283694" cy="3624013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E27DE0B1-D2DB-10E7-EBA2-BE89642A582B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4790" r="9120" b="13269"/>
          <a:stretch/>
        </p:blipFill>
        <p:spPr>
          <a:xfrm>
            <a:off x="8894778" y="25433991"/>
            <a:ext cx="8168784" cy="4628766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D46AAC2F-75F6-9725-3045-54DE5B21E1D0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5793" r="9115" b="13620"/>
          <a:stretch/>
        </p:blipFill>
        <p:spPr>
          <a:xfrm>
            <a:off x="8894778" y="20679566"/>
            <a:ext cx="8168784" cy="4713398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14F6EF62-86FD-BC01-CEA7-FFD77014C912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5122" r="8957" b="11448"/>
          <a:stretch/>
        </p:blipFill>
        <p:spPr>
          <a:xfrm>
            <a:off x="8894778" y="16459200"/>
            <a:ext cx="8168784" cy="4407003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CE838CFE-AA50-77CD-9116-C87030C812A2}"/>
              </a:ext>
            </a:extLst>
          </p:cNvPr>
          <p:cNvSpPr txBox="1"/>
          <p:nvPr/>
        </p:nvSpPr>
        <p:spPr>
          <a:xfrm>
            <a:off x="9505554" y="30227728"/>
            <a:ext cx="659209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i="1" dirty="0">
                <a:latin typeface="Arial" panose="020B0604020202020204" pitchFamily="34" charset="0"/>
                <a:cs typeface="Arial" panose="020B0604020202020204" pitchFamily="34" charset="0"/>
              </a:rPr>
              <a:t>Figure 4: Preliminary Comparison of Average Time of Algorithms against </a:t>
            </a:r>
            <a:r>
              <a:rPr lang="en-US" sz="2400" i="1" dirty="0" err="1">
                <a:latin typeface="Arial" panose="020B0604020202020204" pitchFamily="34" charset="0"/>
                <a:cs typeface="Arial" panose="020B0604020202020204" pitchFamily="34" charset="0"/>
              </a:rPr>
              <a:t>ComboBug</a:t>
            </a:r>
            <a:r>
              <a:rPr lang="en-US" sz="24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69BCF241-E492-FEEB-FDFD-E6080BB46BB0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l="15208" r="17906"/>
          <a:stretch/>
        </p:blipFill>
        <p:spPr>
          <a:xfrm>
            <a:off x="4791083" y="26203451"/>
            <a:ext cx="3078760" cy="456038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CBA74B9-20BE-8351-483D-3DE38D95929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3387" y="26207048"/>
            <a:ext cx="3482768" cy="4556789"/>
          </a:xfrm>
          <a:prstGeom prst="rect">
            <a:avLst/>
          </a:prstGeom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A69E755D-0467-5707-E8A6-922F9ADDBAB7}"/>
              </a:ext>
            </a:extLst>
          </p:cNvPr>
          <p:cNvSpPr txBox="1"/>
          <p:nvPr/>
        </p:nvSpPr>
        <p:spPr>
          <a:xfrm>
            <a:off x="850173" y="30869657"/>
            <a:ext cx="318472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i="1" dirty="0">
                <a:latin typeface="Arial" panose="020B0604020202020204" pitchFamily="34" charset="0"/>
                <a:cs typeface="Arial" panose="020B0604020202020204" pitchFamily="34" charset="0"/>
              </a:rPr>
              <a:t>Figure 5: Double Spiral</a:t>
            </a:r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888F7A2C-C3C9-9249-472B-4375B6C53657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l="5851" r="8351"/>
          <a:stretch/>
        </p:blipFill>
        <p:spPr>
          <a:xfrm>
            <a:off x="17725711" y="27385401"/>
            <a:ext cx="2992516" cy="3215457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F11617FA-1D06-028B-3B1E-2CD8917CB730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1369145" y="27372929"/>
            <a:ext cx="1719358" cy="3215457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AA80FB49-D036-BADF-1115-CBB7C87C57F3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3304449" y="27372929"/>
            <a:ext cx="1719358" cy="3215457"/>
          </a:xfrm>
          <a:prstGeom prst="rect">
            <a:avLst/>
          </a:prstGeom>
        </p:spPr>
      </p:pic>
      <p:sp>
        <p:nvSpPr>
          <p:cNvPr id="48" name="TextBox 47">
            <a:extLst>
              <a:ext uri="{FF2B5EF4-FFF2-40B4-BE49-F238E27FC236}">
                <a16:creationId xmlns:a16="http://schemas.microsoft.com/office/drawing/2014/main" id="{279C7402-759A-AA59-2ADB-E726264D1259}"/>
              </a:ext>
            </a:extLst>
          </p:cNvPr>
          <p:cNvSpPr txBox="1"/>
          <p:nvPr/>
        </p:nvSpPr>
        <p:spPr>
          <a:xfrm>
            <a:off x="21849912" y="30786459"/>
            <a:ext cx="305617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i="1" dirty="0">
                <a:latin typeface="Arial" panose="020B0604020202020204" pitchFamily="34" charset="0"/>
                <a:cs typeface="Arial" panose="020B0604020202020204" pitchFamily="34" charset="0"/>
              </a:rPr>
              <a:t>Figure 8: Basic and Double Block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5012B46-FFA1-DFD1-E9A0-3BE8F38A9C0A}"/>
              </a:ext>
            </a:extLst>
          </p:cNvPr>
          <p:cNvSpPr txBox="1"/>
          <p:nvPr/>
        </p:nvSpPr>
        <p:spPr>
          <a:xfrm>
            <a:off x="4864047" y="30869657"/>
            <a:ext cx="31847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i="1" dirty="0">
                <a:latin typeface="Arial" panose="020B0604020202020204" pitchFamily="34" charset="0"/>
                <a:cs typeface="Arial" panose="020B0604020202020204" pitchFamily="34" charset="0"/>
              </a:rPr>
              <a:t>Figure 6: C-Trap</a:t>
            </a:r>
          </a:p>
        </p:txBody>
      </p:sp>
    </p:spTree>
    <p:extLst>
      <p:ext uri="{BB962C8B-B14F-4D97-AF65-F5344CB8AC3E}">
        <p14:creationId xmlns:p14="http://schemas.microsoft.com/office/powerpoint/2010/main" val="3490292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4436</TotalTime>
  <Words>630</Words>
  <Application>Microsoft Office PowerPoint</Application>
  <PresentationFormat>Custom</PresentationFormat>
  <Paragraphs>40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Danna Capitanachi Avila</dc:creator>
  <cp:lastModifiedBy>Izabella Valero</cp:lastModifiedBy>
  <cp:revision>16</cp:revision>
  <dcterms:created xsi:type="dcterms:W3CDTF">2023-10-26T20:23:21Z</dcterms:created>
  <dcterms:modified xsi:type="dcterms:W3CDTF">2025-02-13T01:05:06Z</dcterms:modified>
</cp:coreProperties>
</file>